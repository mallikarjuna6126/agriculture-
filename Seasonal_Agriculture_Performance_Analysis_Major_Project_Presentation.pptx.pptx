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notesMaster+xml" PartName="/ppt/notesMasters/notesMaster1.xml"/>
  <Override ContentType="application/vnd.openxmlformats-officedocument.presentationml.notesSlide+xml" PartName="/ppt/notesSlides/notesSlide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22"/>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Lst>
  <p:sldSz cx="18288000" cy="10287000"/>
  <p:notesSz cx="6858000" cy="9144000"/>
  <p:embeddedFontLst>
    <p:embeddedFont>
      <p:font typeface="Trebuchet MS" charset="1" panose="020B0603020202020204"/>
      <p:regular r:id="rId20"/>
    </p:embeddedFont>
    <p:embeddedFont>
      <p:font typeface="Trebuchet MS Bold" charset="1" panose="020B0703020202020204"/>
      <p:regular r:id="rId21"/>
    </p:embeddedFont>
    <p:embeddedFont>
      <p:font typeface="Trebuchet MS Bold Italics" charset="1" panose="020B0703020202090204"/>
      <p:regular r:id="rId2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fonts/font20.fntdata" Type="http://schemas.openxmlformats.org/officeDocument/2006/relationships/font"/><Relationship Id="rId21" Target="fonts/font21.fntdata" Type="http://schemas.openxmlformats.org/officeDocument/2006/relationships/font"/><Relationship Id="rId22" Target="notesMasters/notesMaster1.xml" Type="http://schemas.openxmlformats.org/officeDocument/2006/relationships/notesMaster"/><Relationship Id="rId23" Target="theme/theme2.xml" Type="http://schemas.openxmlformats.org/officeDocument/2006/relationships/theme"/><Relationship Id="rId24" Target="notesSlides/notesSlide1.xml" Type="http://schemas.openxmlformats.org/officeDocument/2006/relationships/notesSlide"/><Relationship Id="rId25" Target="fonts/font25.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notesMasters/_rels/notesMaster1.xml.rels><?xml version="1.0" encoding="UTF-8" standalone="yes"?><Relationships xmlns="http://schemas.openxmlformats.org/package/2006/relationships"><Relationship Id="rId1" Target="../theme/theme2.xml" Type="http://schemas.openxmlformats.org/officeDocument/2006/relationships/theme"/></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5.xml" Type="http://schemas.openxmlformats.org/officeDocument/2006/relationships/slide"/></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5</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jpe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3.png" Type="http://schemas.openxmlformats.org/officeDocument/2006/relationships/image"/><Relationship Id="rId4" Target="../media/image2.jpe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jpeg" Type="http://schemas.openxmlformats.org/officeDocument/2006/relationships/image"/><Relationship Id="rId4" Target="../media/image4.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5.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xml" Type="http://schemas.openxmlformats.org/officeDocument/2006/relationships/notesSlide"/><Relationship Id="rId3" Target="../media/image1.jpeg" Type="http://schemas.openxmlformats.org/officeDocument/2006/relationships/image"/><Relationship Id="rId4" Target="../media/image4.png" Type="http://schemas.openxmlformats.org/officeDocument/2006/relationships/image"/><Relationship Id="rId5" Target="../media/image6.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jpeg" Type="http://schemas.openxmlformats.org/officeDocument/2006/relationships/image"/><Relationship Id="rId4" Target="../media/image7.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jpeg" Type="http://schemas.openxmlformats.org/officeDocument/2006/relationships/image"/><Relationship Id="rId4" Target="../media/image8.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jpeg" Type="http://schemas.openxmlformats.org/officeDocument/2006/relationships/image"/><Relationship Id="rId4" Target="../media/image9.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jpeg" Type="http://schemas.openxmlformats.org/officeDocument/2006/relationships/image"/><Relationship Id="rId4" Target="../media/image10.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jpeg" Type="http://schemas.openxmlformats.org/officeDocument/2006/relationships/image"/><Relationship Id="rId4" Target="../media/image11.pn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jpe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jpeg" Type="http://schemas.openxmlformats.org/officeDocument/2006/relationships/image"/><Relationship Id="rId4" Target="https://github.com/Mallikarjuna6126/Agriculture-" TargetMode="External" Type="http://schemas.openxmlformats.org/officeDocument/2006/relationships/hyperlink"/></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jpeg" Type="http://schemas.openxmlformats.org/officeDocument/2006/relationships/image"/><Relationship Id="rId4" Target="../media/image12.pn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jpe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4791360">
            <a:off x="9738484" y="5138738"/>
            <a:ext cx="10464870" cy="0"/>
          </a:xfrm>
          <a:prstGeom prst="line">
            <a:avLst/>
          </a:prstGeom>
          <a:ln cap="rnd" w="9525">
            <a:solidFill>
              <a:srgbClr val="5FCBEF"/>
            </a:solidFill>
            <a:prstDash val="solid"/>
            <a:headEnd type="none" len="sm" w="sm"/>
            <a:tailEnd type="none" len="sm" w="sm"/>
          </a:ln>
        </p:spPr>
      </p:sp>
      <p:sp>
        <p:nvSpPr>
          <p:cNvPr name="AutoShape 3" id="3"/>
          <p:cNvSpPr/>
          <p:nvPr/>
        </p:nvSpPr>
        <p:spPr>
          <a:xfrm rot="8776560">
            <a:off x="10406482" y="7899797"/>
            <a:ext cx="8608171" cy="0"/>
          </a:xfrm>
          <a:prstGeom prst="line">
            <a:avLst/>
          </a:prstGeom>
          <a:ln cap="rnd" w="9525">
            <a:solidFill>
              <a:srgbClr val="5FCBEF"/>
            </a:solidFill>
            <a:prstDash val="solid"/>
            <a:headEnd type="none" len="sm" w="sm"/>
            <a:tailEnd type="none" len="sm" w="sm"/>
          </a:ln>
        </p:spPr>
      </p:sp>
      <p:grpSp>
        <p:nvGrpSpPr>
          <p:cNvPr name="Group 4" id="4"/>
          <p:cNvGrpSpPr/>
          <p:nvPr/>
        </p:nvGrpSpPr>
        <p:grpSpPr>
          <a:xfrm rot="0">
            <a:off x="13772217" y="-12697"/>
            <a:ext cx="4511021" cy="10299697"/>
            <a:chOff x="0" y="0"/>
            <a:chExt cx="6014695" cy="13732929"/>
          </a:xfrm>
        </p:grpSpPr>
        <p:sp>
          <p:nvSpPr>
            <p:cNvPr name="Freeform 5" id="5"/>
            <p:cNvSpPr/>
            <p:nvPr/>
          </p:nvSpPr>
          <p:spPr>
            <a:xfrm flipH="false" flipV="false" rot="0">
              <a:off x="0" y="0"/>
              <a:ext cx="6014720" cy="13732890"/>
            </a:xfrm>
            <a:custGeom>
              <a:avLst/>
              <a:gdLst/>
              <a:ahLst/>
              <a:cxnLst/>
              <a:rect r="r" b="b" t="t" l="l"/>
              <a:pathLst>
                <a:path h="13732890" w="6014720">
                  <a:moveTo>
                    <a:pt x="4091051" y="0"/>
                  </a:moveTo>
                  <a:lnTo>
                    <a:pt x="6014720" y="0"/>
                  </a:lnTo>
                  <a:lnTo>
                    <a:pt x="6014720" y="13732890"/>
                  </a:lnTo>
                  <a:lnTo>
                    <a:pt x="0" y="13732890"/>
                  </a:lnTo>
                  <a:lnTo>
                    <a:pt x="4091051" y="0"/>
                  </a:lnTo>
                  <a:close/>
                </a:path>
              </a:pathLst>
            </a:custGeom>
            <a:solidFill>
              <a:srgbClr val="5FCBEF">
                <a:alpha val="12941"/>
              </a:srgbClr>
            </a:solidFill>
          </p:spPr>
        </p:sp>
      </p:grpSp>
      <p:grpSp>
        <p:nvGrpSpPr>
          <p:cNvPr name="Group 6" id="6"/>
          <p:cNvGrpSpPr/>
          <p:nvPr/>
        </p:nvGrpSpPr>
        <p:grpSpPr>
          <a:xfrm rot="0">
            <a:off x="14405162" y="-12697"/>
            <a:ext cx="3882838" cy="10299697"/>
            <a:chOff x="0" y="0"/>
            <a:chExt cx="5177117" cy="13732929"/>
          </a:xfrm>
        </p:grpSpPr>
        <p:sp>
          <p:nvSpPr>
            <p:cNvPr name="Freeform 7" id="7"/>
            <p:cNvSpPr/>
            <p:nvPr/>
          </p:nvSpPr>
          <p:spPr>
            <a:xfrm flipH="false" flipV="false" rot="0">
              <a:off x="0" y="0"/>
              <a:ext cx="5177155" cy="13732890"/>
            </a:xfrm>
            <a:custGeom>
              <a:avLst/>
              <a:gdLst/>
              <a:ahLst/>
              <a:cxnLst/>
              <a:rect r="r" b="b" t="t" l="l"/>
              <a:pathLst>
                <a:path h="13732890" w="5177155">
                  <a:moveTo>
                    <a:pt x="0" y="0"/>
                  </a:moveTo>
                  <a:lnTo>
                    <a:pt x="5177155" y="0"/>
                  </a:lnTo>
                  <a:lnTo>
                    <a:pt x="5177155" y="13732890"/>
                  </a:lnTo>
                  <a:lnTo>
                    <a:pt x="2418969" y="13732890"/>
                  </a:lnTo>
                  <a:lnTo>
                    <a:pt x="0" y="0"/>
                  </a:lnTo>
                  <a:close/>
                </a:path>
              </a:pathLst>
            </a:custGeom>
            <a:solidFill>
              <a:srgbClr val="5FCBEF">
                <a:alpha val="3922"/>
              </a:srgbClr>
            </a:solidFill>
          </p:spPr>
        </p:sp>
      </p:grpSp>
      <p:grpSp>
        <p:nvGrpSpPr>
          <p:cNvPr name="Group 8" id="8"/>
          <p:cNvGrpSpPr/>
          <p:nvPr/>
        </p:nvGrpSpPr>
        <p:grpSpPr>
          <a:xfrm rot="0">
            <a:off x="13398503" y="4572000"/>
            <a:ext cx="4889497" cy="5715000"/>
            <a:chOff x="0" y="0"/>
            <a:chExt cx="6519329" cy="7620000"/>
          </a:xfrm>
        </p:grpSpPr>
        <p:sp>
          <p:nvSpPr>
            <p:cNvPr name="Freeform 9" id="9"/>
            <p:cNvSpPr/>
            <p:nvPr/>
          </p:nvSpPr>
          <p:spPr>
            <a:xfrm flipH="false" flipV="false" rot="0">
              <a:off x="0" y="0"/>
              <a:ext cx="6519291" cy="7620000"/>
            </a:xfrm>
            <a:custGeom>
              <a:avLst/>
              <a:gdLst/>
              <a:ahLst/>
              <a:cxnLst/>
              <a:rect r="r" b="b" t="t" l="l"/>
              <a:pathLst>
                <a:path h="7620000" w="6519291">
                  <a:moveTo>
                    <a:pt x="0" y="7620000"/>
                  </a:moveTo>
                  <a:lnTo>
                    <a:pt x="6519291" y="0"/>
                  </a:lnTo>
                  <a:lnTo>
                    <a:pt x="6519291" y="7620000"/>
                  </a:lnTo>
                  <a:close/>
                </a:path>
              </a:pathLst>
            </a:custGeom>
            <a:solidFill>
              <a:srgbClr val="17B0E4">
                <a:alpha val="43529"/>
              </a:srgbClr>
            </a:solidFill>
          </p:spPr>
        </p:sp>
      </p:grpSp>
      <p:grpSp>
        <p:nvGrpSpPr>
          <p:cNvPr name="Group 10" id="10"/>
          <p:cNvGrpSpPr/>
          <p:nvPr/>
        </p:nvGrpSpPr>
        <p:grpSpPr>
          <a:xfrm rot="0">
            <a:off x="14001750" y="-12697"/>
            <a:ext cx="4281488" cy="10299697"/>
            <a:chOff x="0" y="0"/>
            <a:chExt cx="5708650" cy="13732929"/>
          </a:xfrm>
        </p:grpSpPr>
        <p:sp>
          <p:nvSpPr>
            <p:cNvPr name="Freeform 11" id="11"/>
            <p:cNvSpPr/>
            <p:nvPr/>
          </p:nvSpPr>
          <p:spPr>
            <a:xfrm flipH="false" flipV="false" rot="0">
              <a:off x="0" y="0"/>
              <a:ext cx="5708650" cy="13732890"/>
            </a:xfrm>
            <a:custGeom>
              <a:avLst/>
              <a:gdLst/>
              <a:ahLst/>
              <a:cxnLst/>
              <a:rect r="r" b="b" t="t" l="l"/>
              <a:pathLst>
                <a:path h="13732890" w="5708650">
                  <a:moveTo>
                    <a:pt x="0" y="0"/>
                  </a:moveTo>
                  <a:lnTo>
                    <a:pt x="5708650" y="0"/>
                  </a:lnTo>
                  <a:lnTo>
                    <a:pt x="5708650" y="13732890"/>
                  </a:lnTo>
                  <a:lnTo>
                    <a:pt x="4941443" y="13732890"/>
                  </a:lnTo>
                  <a:lnTo>
                    <a:pt x="0" y="0"/>
                  </a:lnTo>
                  <a:close/>
                </a:path>
              </a:pathLst>
            </a:custGeom>
            <a:solidFill>
              <a:srgbClr val="17B0E4">
                <a:alpha val="24706"/>
              </a:srgbClr>
            </a:solidFill>
          </p:spPr>
        </p:sp>
      </p:grpSp>
      <p:grpSp>
        <p:nvGrpSpPr>
          <p:cNvPr name="Group 12" id="12"/>
          <p:cNvGrpSpPr/>
          <p:nvPr/>
        </p:nvGrpSpPr>
        <p:grpSpPr>
          <a:xfrm rot="0">
            <a:off x="16348091" y="-12697"/>
            <a:ext cx="1935137" cy="10299697"/>
            <a:chOff x="0" y="0"/>
            <a:chExt cx="2580183" cy="13732929"/>
          </a:xfrm>
        </p:grpSpPr>
        <p:sp>
          <p:nvSpPr>
            <p:cNvPr name="Freeform 13" id="13"/>
            <p:cNvSpPr/>
            <p:nvPr/>
          </p:nvSpPr>
          <p:spPr>
            <a:xfrm flipH="false" flipV="false" rot="0">
              <a:off x="0" y="0"/>
              <a:ext cx="2580259" cy="13732890"/>
            </a:xfrm>
            <a:custGeom>
              <a:avLst/>
              <a:gdLst/>
              <a:ahLst/>
              <a:cxnLst/>
              <a:rect r="r" b="b" t="t" l="l"/>
              <a:pathLst>
                <a:path h="13732890" w="2580259">
                  <a:moveTo>
                    <a:pt x="2039493" y="0"/>
                  </a:moveTo>
                  <a:lnTo>
                    <a:pt x="2580259" y="0"/>
                  </a:lnTo>
                  <a:lnTo>
                    <a:pt x="2580259" y="13732890"/>
                  </a:lnTo>
                  <a:lnTo>
                    <a:pt x="0" y="13732890"/>
                  </a:lnTo>
                  <a:lnTo>
                    <a:pt x="2039493" y="0"/>
                  </a:lnTo>
                  <a:close/>
                </a:path>
              </a:pathLst>
            </a:custGeom>
            <a:solidFill>
              <a:srgbClr val="2E83C3">
                <a:alpha val="48627"/>
              </a:srgbClr>
            </a:solidFill>
          </p:spPr>
        </p:sp>
      </p:grpSp>
      <p:grpSp>
        <p:nvGrpSpPr>
          <p:cNvPr name="Group 14" id="14"/>
          <p:cNvGrpSpPr/>
          <p:nvPr/>
        </p:nvGrpSpPr>
        <p:grpSpPr>
          <a:xfrm rot="0">
            <a:off x="16408498" y="-12697"/>
            <a:ext cx="1874739" cy="10299697"/>
            <a:chOff x="0" y="0"/>
            <a:chExt cx="2499652" cy="13732929"/>
          </a:xfrm>
        </p:grpSpPr>
        <p:sp>
          <p:nvSpPr>
            <p:cNvPr name="Freeform 15" id="15"/>
            <p:cNvSpPr/>
            <p:nvPr/>
          </p:nvSpPr>
          <p:spPr>
            <a:xfrm flipH="false" flipV="false" rot="0">
              <a:off x="0" y="0"/>
              <a:ext cx="2499614" cy="13732890"/>
            </a:xfrm>
            <a:custGeom>
              <a:avLst/>
              <a:gdLst/>
              <a:ahLst/>
              <a:cxnLst/>
              <a:rect r="r" b="b" t="t" l="l"/>
              <a:pathLst>
                <a:path h="13732890" w="2499614">
                  <a:moveTo>
                    <a:pt x="0" y="0"/>
                  </a:moveTo>
                  <a:lnTo>
                    <a:pt x="2499614" y="0"/>
                  </a:lnTo>
                  <a:lnTo>
                    <a:pt x="2499614" y="13732890"/>
                  </a:lnTo>
                  <a:lnTo>
                    <a:pt x="2218817" y="13732890"/>
                  </a:lnTo>
                  <a:lnTo>
                    <a:pt x="0" y="0"/>
                  </a:lnTo>
                  <a:close/>
                </a:path>
              </a:pathLst>
            </a:custGeom>
            <a:solidFill>
              <a:srgbClr val="236292">
                <a:alpha val="63922"/>
              </a:srgbClr>
            </a:solidFill>
          </p:spPr>
        </p:sp>
      </p:grpSp>
      <p:grpSp>
        <p:nvGrpSpPr>
          <p:cNvPr name="Group 16" id="16"/>
          <p:cNvGrpSpPr/>
          <p:nvPr/>
        </p:nvGrpSpPr>
        <p:grpSpPr>
          <a:xfrm rot="0">
            <a:off x="15557497" y="5384797"/>
            <a:ext cx="2725741" cy="4902203"/>
            <a:chOff x="0" y="0"/>
            <a:chExt cx="3634321" cy="6536271"/>
          </a:xfrm>
        </p:grpSpPr>
        <p:sp>
          <p:nvSpPr>
            <p:cNvPr name="Freeform 17" id="17"/>
            <p:cNvSpPr/>
            <p:nvPr/>
          </p:nvSpPr>
          <p:spPr>
            <a:xfrm flipH="false" flipV="false" rot="0">
              <a:off x="0" y="0"/>
              <a:ext cx="3634359" cy="6536309"/>
            </a:xfrm>
            <a:custGeom>
              <a:avLst/>
              <a:gdLst/>
              <a:ahLst/>
              <a:cxnLst/>
              <a:rect r="r" b="b" t="t" l="l"/>
              <a:pathLst>
                <a:path h="6536309" w="3634359">
                  <a:moveTo>
                    <a:pt x="0" y="6536309"/>
                  </a:moveTo>
                  <a:lnTo>
                    <a:pt x="3634359" y="0"/>
                  </a:lnTo>
                  <a:lnTo>
                    <a:pt x="3634359" y="6536309"/>
                  </a:lnTo>
                  <a:close/>
                </a:path>
              </a:pathLst>
            </a:custGeom>
            <a:solidFill>
              <a:srgbClr val="17B0E4">
                <a:alpha val="43529"/>
              </a:srgbClr>
            </a:solidFill>
          </p:spPr>
        </p:sp>
      </p:grpSp>
      <p:grpSp>
        <p:nvGrpSpPr>
          <p:cNvPr name="Group 18" id="18"/>
          <p:cNvGrpSpPr/>
          <p:nvPr/>
        </p:nvGrpSpPr>
        <p:grpSpPr>
          <a:xfrm rot="0">
            <a:off x="0" y="6019800"/>
            <a:ext cx="673103" cy="4267200"/>
            <a:chOff x="0" y="0"/>
            <a:chExt cx="897471" cy="5689600"/>
          </a:xfrm>
        </p:grpSpPr>
        <p:sp>
          <p:nvSpPr>
            <p:cNvPr name="Freeform 19" id="19"/>
            <p:cNvSpPr/>
            <p:nvPr/>
          </p:nvSpPr>
          <p:spPr>
            <a:xfrm flipH="false" flipV="false" rot="0">
              <a:off x="0" y="0"/>
              <a:ext cx="897509" cy="5689600"/>
            </a:xfrm>
            <a:custGeom>
              <a:avLst/>
              <a:gdLst/>
              <a:ahLst/>
              <a:cxnLst/>
              <a:rect r="r" b="b" t="t" l="l"/>
              <a:pathLst>
                <a:path h="5689600" w="897509">
                  <a:moveTo>
                    <a:pt x="0" y="5689600"/>
                  </a:moveTo>
                  <a:lnTo>
                    <a:pt x="0" y="0"/>
                  </a:lnTo>
                  <a:lnTo>
                    <a:pt x="897509" y="5689600"/>
                  </a:lnTo>
                  <a:close/>
                </a:path>
              </a:pathLst>
            </a:custGeom>
            <a:solidFill>
              <a:srgbClr val="5FCBEF">
                <a:alpha val="48627"/>
              </a:srgbClr>
            </a:solidFill>
          </p:spPr>
        </p:sp>
      </p:grpSp>
      <p:grpSp>
        <p:nvGrpSpPr>
          <p:cNvPr name="Group 20" id="20"/>
          <p:cNvGrpSpPr/>
          <p:nvPr/>
        </p:nvGrpSpPr>
        <p:grpSpPr>
          <a:xfrm rot="0">
            <a:off x="990590" y="9568358"/>
            <a:ext cx="4114800" cy="547688"/>
            <a:chOff x="0" y="0"/>
            <a:chExt cx="5486400" cy="730250"/>
          </a:xfrm>
        </p:grpSpPr>
        <p:sp>
          <p:nvSpPr>
            <p:cNvPr name="Freeform 21" id="21"/>
            <p:cNvSpPr/>
            <p:nvPr/>
          </p:nvSpPr>
          <p:spPr>
            <a:xfrm flipH="false" flipV="false" rot="0">
              <a:off x="0" y="0"/>
              <a:ext cx="5486400" cy="730250"/>
            </a:xfrm>
            <a:custGeom>
              <a:avLst/>
              <a:gdLst/>
              <a:ahLst/>
              <a:cxnLst/>
              <a:rect r="r" b="b" t="t" l="l"/>
              <a:pathLst>
                <a:path h="730250" w="5486400">
                  <a:moveTo>
                    <a:pt x="0" y="0"/>
                  </a:moveTo>
                  <a:lnTo>
                    <a:pt x="5486400" y="0"/>
                  </a:lnTo>
                  <a:lnTo>
                    <a:pt x="5486400" y="730250"/>
                  </a:lnTo>
                  <a:lnTo>
                    <a:pt x="0" y="730250"/>
                  </a:lnTo>
                  <a:close/>
                </a:path>
              </a:pathLst>
            </a:custGeom>
            <a:blipFill>
              <a:blip r:embed="rId2">
                <a:alphaModFix amt="0"/>
              </a:blip>
              <a:stretch>
                <a:fillRect l="0" t="-96391" r="0" b="-96391"/>
              </a:stretch>
            </a:blipFill>
          </p:spPr>
        </p:sp>
        <p:sp>
          <p:nvSpPr>
            <p:cNvPr name="TextBox 22" id="22"/>
            <p:cNvSpPr txBox="true"/>
            <p:nvPr/>
          </p:nvSpPr>
          <p:spPr>
            <a:xfrm>
              <a:off x="0" y="-9525"/>
              <a:ext cx="5486400" cy="739775"/>
            </a:xfrm>
            <a:prstGeom prst="rect">
              <a:avLst/>
            </a:prstGeom>
          </p:spPr>
          <p:txBody>
            <a:bodyPr anchor="ctr" rtlCol="false" tIns="0" lIns="0" bIns="0" rIns="0"/>
            <a:lstStyle/>
            <a:p>
              <a:pPr algn="l">
                <a:lnSpc>
                  <a:spcPts val="1980"/>
                </a:lnSpc>
              </a:pPr>
              <a:r>
                <a:rPr lang="en-US" sz="1650">
                  <a:solidFill>
                    <a:srgbClr val="2E83C3"/>
                  </a:solidFill>
                  <a:latin typeface="Trebuchet MS"/>
                  <a:ea typeface="Trebuchet MS"/>
                  <a:cs typeface="Trebuchet MS"/>
                  <a:sym typeface="Trebuchet MS"/>
                </a:rPr>
                <a:t>9/8/2026</a:t>
              </a:r>
            </a:p>
          </p:txBody>
        </p:sp>
      </p:grpSp>
      <p:grpSp>
        <p:nvGrpSpPr>
          <p:cNvPr name="Group 23" id="23"/>
          <p:cNvGrpSpPr/>
          <p:nvPr/>
        </p:nvGrpSpPr>
        <p:grpSpPr>
          <a:xfrm rot="0">
            <a:off x="2168290" y="9568358"/>
            <a:ext cx="6172200" cy="547688"/>
            <a:chOff x="0" y="0"/>
            <a:chExt cx="8229600" cy="730250"/>
          </a:xfrm>
        </p:grpSpPr>
        <p:sp>
          <p:nvSpPr>
            <p:cNvPr name="Freeform 24" id="24"/>
            <p:cNvSpPr/>
            <p:nvPr/>
          </p:nvSpPr>
          <p:spPr>
            <a:xfrm flipH="false" flipV="false" rot="0">
              <a:off x="0" y="0"/>
              <a:ext cx="8229600" cy="730250"/>
            </a:xfrm>
            <a:custGeom>
              <a:avLst/>
              <a:gdLst/>
              <a:ahLst/>
              <a:cxnLst/>
              <a:rect r="r" b="b" t="t" l="l"/>
              <a:pathLst>
                <a:path h="730250" w="8229600">
                  <a:moveTo>
                    <a:pt x="0" y="0"/>
                  </a:moveTo>
                  <a:lnTo>
                    <a:pt x="8229600" y="0"/>
                  </a:lnTo>
                  <a:lnTo>
                    <a:pt x="8229600" y="730250"/>
                  </a:lnTo>
                  <a:lnTo>
                    <a:pt x="0" y="730250"/>
                  </a:lnTo>
                  <a:close/>
                </a:path>
              </a:pathLst>
            </a:custGeom>
            <a:blipFill>
              <a:blip r:embed="rId2">
                <a:alphaModFix amt="0"/>
              </a:blip>
              <a:stretch>
                <a:fillRect l="0" t="-169587" r="0" b="-169587"/>
              </a:stretch>
            </a:blipFill>
          </p:spPr>
        </p:sp>
        <p:sp>
          <p:nvSpPr>
            <p:cNvPr name="TextBox 25" id="25"/>
            <p:cNvSpPr txBox="true"/>
            <p:nvPr/>
          </p:nvSpPr>
          <p:spPr>
            <a:xfrm>
              <a:off x="0" y="-9525"/>
              <a:ext cx="8229600" cy="739775"/>
            </a:xfrm>
            <a:prstGeom prst="rect">
              <a:avLst/>
            </a:prstGeom>
          </p:spPr>
          <p:txBody>
            <a:bodyPr anchor="ctr" rtlCol="false" tIns="0" lIns="0" bIns="0" rIns="0"/>
            <a:lstStyle/>
            <a:p>
              <a:pPr algn="l">
                <a:lnSpc>
                  <a:spcPts val="1980"/>
                </a:lnSpc>
              </a:pPr>
              <a:r>
                <a:rPr lang="en-US" sz="1650" b="true">
                  <a:solidFill>
                    <a:srgbClr val="2E83C3"/>
                  </a:solidFill>
                  <a:latin typeface="Trebuchet MS Bold"/>
                  <a:ea typeface="Trebuchet MS Bold"/>
                  <a:cs typeface="Trebuchet MS Bold"/>
                  <a:sym typeface="Trebuchet MS Bold"/>
                </a:rPr>
                <a:t>Annual Review</a:t>
              </a:r>
            </a:p>
          </p:txBody>
        </p:sp>
      </p:grpSp>
      <p:grpSp>
        <p:nvGrpSpPr>
          <p:cNvPr name="Group 26" id="26"/>
          <p:cNvGrpSpPr/>
          <p:nvPr/>
        </p:nvGrpSpPr>
        <p:grpSpPr>
          <a:xfrm rot="0">
            <a:off x="13208003" y="9568358"/>
            <a:ext cx="4114800" cy="547688"/>
            <a:chOff x="0" y="0"/>
            <a:chExt cx="5486400" cy="730250"/>
          </a:xfrm>
        </p:grpSpPr>
        <p:sp>
          <p:nvSpPr>
            <p:cNvPr name="Freeform 27" id="27"/>
            <p:cNvSpPr/>
            <p:nvPr/>
          </p:nvSpPr>
          <p:spPr>
            <a:xfrm flipH="false" flipV="false" rot="0">
              <a:off x="0" y="0"/>
              <a:ext cx="5486400" cy="730250"/>
            </a:xfrm>
            <a:custGeom>
              <a:avLst/>
              <a:gdLst/>
              <a:ahLst/>
              <a:cxnLst/>
              <a:rect r="r" b="b" t="t" l="l"/>
              <a:pathLst>
                <a:path h="730250" w="5486400">
                  <a:moveTo>
                    <a:pt x="0" y="0"/>
                  </a:moveTo>
                  <a:lnTo>
                    <a:pt x="5486400" y="0"/>
                  </a:lnTo>
                  <a:lnTo>
                    <a:pt x="5486400" y="730250"/>
                  </a:lnTo>
                  <a:lnTo>
                    <a:pt x="0" y="730250"/>
                  </a:lnTo>
                  <a:close/>
                </a:path>
              </a:pathLst>
            </a:custGeom>
            <a:blipFill>
              <a:blip r:embed="rId2">
                <a:alphaModFix amt="0"/>
              </a:blip>
              <a:stretch>
                <a:fillRect l="0" t="-96391" r="0" b="-96391"/>
              </a:stretch>
            </a:blipFill>
          </p:spPr>
        </p:sp>
        <p:sp>
          <p:nvSpPr>
            <p:cNvPr name="TextBox 28" id="28"/>
            <p:cNvSpPr txBox="true"/>
            <p:nvPr/>
          </p:nvSpPr>
          <p:spPr>
            <a:xfrm>
              <a:off x="0" y="-9525"/>
              <a:ext cx="5486400" cy="739775"/>
            </a:xfrm>
            <a:prstGeom prst="rect">
              <a:avLst/>
            </a:prstGeom>
          </p:spPr>
          <p:txBody>
            <a:bodyPr anchor="ctr" rtlCol="false" tIns="0" lIns="0" bIns="0" rIns="0"/>
            <a:lstStyle/>
            <a:p>
              <a:pPr algn="r">
                <a:lnSpc>
                  <a:spcPts val="1980"/>
                </a:lnSpc>
              </a:pPr>
              <a:r>
                <a:rPr lang="en-US" sz="1650">
                  <a:solidFill>
                    <a:srgbClr val="2E946B"/>
                  </a:solidFill>
                  <a:latin typeface="Trebuchet MS"/>
                  <a:ea typeface="Trebuchet MS"/>
                  <a:cs typeface="Trebuchet MS"/>
                  <a:sym typeface="Trebuchet MS"/>
                </a:rPr>
                <a:t>‹#›</a:t>
              </a:r>
            </a:p>
          </p:txBody>
        </p:sp>
      </p:grpSp>
      <p:grpSp>
        <p:nvGrpSpPr>
          <p:cNvPr name="Group 29" id="29"/>
          <p:cNvGrpSpPr/>
          <p:nvPr/>
        </p:nvGrpSpPr>
        <p:grpSpPr>
          <a:xfrm rot="0">
            <a:off x="1110463" y="2074212"/>
            <a:ext cx="1844345" cy="1589961"/>
            <a:chOff x="0" y="0"/>
            <a:chExt cx="2459126" cy="2119948"/>
          </a:xfrm>
        </p:grpSpPr>
        <p:sp>
          <p:nvSpPr>
            <p:cNvPr name="Freeform 30" id="30"/>
            <p:cNvSpPr/>
            <p:nvPr/>
          </p:nvSpPr>
          <p:spPr>
            <a:xfrm flipH="false" flipV="false" rot="0">
              <a:off x="0" y="0"/>
              <a:ext cx="2459101" cy="2119884"/>
            </a:xfrm>
            <a:custGeom>
              <a:avLst/>
              <a:gdLst/>
              <a:ahLst/>
              <a:cxnLst/>
              <a:rect r="r" b="b" t="t" l="l"/>
              <a:pathLst>
                <a:path h="2119884" w="2459101">
                  <a:moveTo>
                    <a:pt x="0" y="1059942"/>
                  </a:moveTo>
                  <a:lnTo>
                    <a:pt x="529971" y="0"/>
                  </a:lnTo>
                  <a:lnTo>
                    <a:pt x="1929130" y="0"/>
                  </a:lnTo>
                  <a:lnTo>
                    <a:pt x="2459101" y="1059942"/>
                  </a:lnTo>
                  <a:lnTo>
                    <a:pt x="1929130" y="2119884"/>
                  </a:lnTo>
                  <a:lnTo>
                    <a:pt x="529971" y="2119884"/>
                  </a:lnTo>
                  <a:close/>
                </a:path>
              </a:pathLst>
            </a:custGeom>
            <a:solidFill>
              <a:srgbClr val="5FCBEF"/>
            </a:solidFill>
          </p:spPr>
        </p:sp>
      </p:grpSp>
      <p:grpSp>
        <p:nvGrpSpPr>
          <p:cNvPr name="Group 31" id="31"/>
          <p:cNvGrpSpPr/>
          <p:nvPr/>
        </p:nvGrpSpPr>
        <p:grpSpPr>
          <a:xfrm rot="0">
            <a:off x="5632542" y="1791929"/>
            <a:ext cx="2499246" cy="2154517"/>
            <a:chOff x="0" y="0"/>
            <a:chExt cx="3332328" cy="2872689"/>
          </a:xfrm>
        </p:grpSpPr>
        <p:sp>
          <p:nvSpPr>
            <p:cNvPr name="Freeform 32" id="32"/>
            <p:cNvSpPr/>
            <p:nvPr/>
          </p:nvSpPr>
          <p:spPr>
            <a:xfrm flipH="false" flipV="false" rot="0">
              <a:off x="0" y="0"/>
              <a:ext cx="3332353" cy="2872740"/>
            </a:xfrm>
            <a:custGeom>
              <a:avLst/>
              <a:gdLst/>
              <a:ahLst/>
              <a:cxnLst/>
              <a:rect r="r" b="b" t="t" l="l"/>
              <a:pathLst>
                <a:path h="2872740" w="3332353">
                  <a:moveTo>
                    <a:pt x="0" y="1436370"/>
                  </a:moveTo>
                  <a:lnTo>
                    <a:pt x="718185" y="0"/>
                  </a:lnTo>
                  <a:lnTo>
                    <a:pt x="2614168" y="0"/>
                  </a:lnTo>
                  <a:lnTo>
                    <a:pt x="3332353" y="1436370"/>
                  </a:lnTo>
                  <a:lnTo>
                    <a:pt x="2614168" y="2872740"/>
                  </a:lnTo>
                  <a:lnTo>
                    <a:pt x="718185" y="2872740"/>
                  </a:lnTo>
                  <a:close/>
                </a:path>
              </a:pathLst>
            </a:custGeom>
            <a:solidFill>
              <a:srgbClr val="42D0A2"/>
            </a:solidFill>
          </p:spPr>
        </p:sp>
      </p:grpSp>
      <p:grpSp>
        <p:nvGrpSpPr>
          <p:cNvPr name="Group 33" id="33"/>
          <p:cNvGrpSpPr/>
          <p:nvPr/>
        </p:nvGrpSpPr>
        <p:grpSpPr>
          <a:xfrm rot="0">
            <a:off x="5707494" y="7849772"/>
            <a:ext cx="1077392" cy="928783"/>
            <a:chOff x="0" y="0"/>
            <a:chExt cx="1436522" cy="1238377"/>
          </a:xfrm>
        </p:grpSpPr>
        <p:sp>
          <p:nvSpPr>
            <p:cNvPr name="Freeform 34" id="34"/>
            <p:cNvSpPr/>
            <p:nvPr/>
          </p:nvSpPr>
          <p:spPr>
            <a:xfrm flipH="false" flipV="false" rot="0">
              <a:off x="0" y="0"/>
              <a:ext cx="1436497" cy="1238377"/>
            </a:xfrm>
            <a:custGeom>
              <a:avLst/>
              <a:gdLst/>
              <a:ahLst/>
              <a:cxnLst/>
              <a:rect r="r" b="b" t="t" l="l"/>
              <a:pathLst>
                <a:path h="1238377" w="1436497">
                  <a:moveTo>
                    <a:pt x="0" y="619252"/>
                  </a:moveTo>
                  <a:lnTo>
                    <a:pt x="309626" y="0"/>
                  </a:lnTo>
                  <a:lnTo>
                    <a:pt x="1126871" y="0"/>
                  </a:lnTo>
                  <a:lnTo>
                    <a:pt x="1436497" y="619252"/>
                  </a:lnTo>
                  <a:lnTo>
                    <a:pt x="1126871" y="1238377"/>
                  </a:lnTo>
                  <a:lnTo>
                    <a:pt x="309626" y="1238377"/>
                  </a:lnTo>
                  <a:close/>
                </a:path>
              </a:pathLst>
            </a:custGeom>
            <a:solidFill>
              <a:srgbClr val="42B051"/>
            </a:solidFill>
          </p:spPr>
        </p:sp>
      </p:grpSp>
      <p:grpSp>
        <p:nvGrpSpPr>
          <p:cNvPr name="Group 35" id="35"/>
          <p:cNvGrpSpPr/>
          <p:nvPr/>
        </p:nvGrpSpPr>
        <p:grpSpPr>
          <a:xfrm rot="0">
            <a:off x="2756754" y="1651959"/>
            <a:ext cx="977417" cy="842601"/>
            <a:chOff x="0" y="0"/>
            <a:chExt cx="1303223" cy="1123467"/>
          </a:xfrm>
        </p:grpSpPr>
        <p:sp>
          <p:nvSpPr>
            <p:cNvPr name="Freeform 36" id="36"/>
            <p:cNvSpPr/>
            <p:nvPr/>
          </p:nvSpPr>
          <p:spPr>
            <a:xfrm flipH="false" flipV="false" rot="0">
              <a:off x="0" y="0"/>
              <a:ext cx="1303274" cy="1123442"/>
            </a:xfrm>
            <a:custGeom>
              <a:avLst/>
              <a:gdLst/>
              <a:ahLst/>
              <a:cxnLst/>
              <a:rect r="r" b="b" t="t" l="l"/>
              <a:pathLst>
                <a:path h="1123442" w="1303274">
                  <a:moveTo>
                    <a:pt x="0" y="561721"/>
                  </a:moveTo>
                  <a:lnTo>
                    <a:pt x="280924" y="0"/>
                  </a:lnTo>
                  <a:lnTo>
                    <a:pt x="1022350" y="0"/>
                  </a:lnTo>
                  <a:lnTo>
                    <a:pt x="1303274" y="561721"/>
                  </a:lnTo>
                  <a:lnTo>
                    <a:pt x="1022350" y="1123442"/>
                  </a:lnTo>
                  <a:lnTo>
                    <a:pt x="280924" y="1123442"/>
                  </a:lnTo>
                  <a:close/>
                </a:path>
              </a:pathLst>
            </a:custGeom>
            <a:solidFill>
              <a:srgbClr val="2E946B"/>
            </a:solidFill>
          </p:spPr>
        </p:sp>
      </p:grpSp>
      <p:sp>
        <p:nvSpPr>
          <p:cNvPr name="TextBox 37" id="37"/>
          <p:cNvSpPr txBox="true"/>
          <p:nvPr/>
        </p:nvSpPr>
        <p:spPr>
          <a:xfrm rot="0">
            <a:off x="1982057" y="5220443"/>
            <a:ext cx="7891596" cy="923925"/>
          </a:xfrm>
          <a:prstGeom prst="rect">
            <a:avLst/>
          </a:prstGeom>
        </p:spPr>
        <p:txBody>
          <a:bodyPr anchor="t" rtlCol="false" tIns="0" lIns="0" bIns="0" rIns="0">
            <a:spAutoFit/>
          </a:bodyPr>
          <a:lstStyle/>
          <a:p>
            <a:pPr algn="l">
              <a:lnSpc>
                <a:spcPts val="3600"/>
              </a:lnSpc>
            </a:pPr>
            <a:r>
              <a:rPr lang="en-US" sz="3000" b="true">
                <a:solidFill>
                  <a:srgbClr val="000000"/>
                </a:solidFill>
                <a:latin typeface="Trebuchet MS Bold"/>
                <a:ea typeface="Trebuchet MS Bold"/>
                <a:cs typeface="Trebuchet MS Bold"/>
                <a:sym typeface="Trebuchet MS Bold"/>
              </a:rPr>
              <a:t>Name:</a:t>
            </a:r>
            <a:r>
              <a:rPr lang="en-US" sz="3000">
                <a:solidFill>
                  <a:srgbClr val="000000"/>
                </a:solidFill>
                <a:latin typeface="Trebuchet MS"/>
                <a:ea typeface="Trebuchet MS"/>
                <a:cs typeface="Trebuchet MS"/>
                <a:sym typeface="Trebuchet MS"/>
              </a:rPr>
              <a:t> RAYANA MALLIKARJUNA DURGA SAI</a:t>
            </a:r>
          </a:p>
          <a:p>
            <a:pPr algn="l">
              <a:lnSpc>
                <a:spcPts val="3600"/>
              </a:lnSpc>
            </a:pPr>
            <a:r>
              <a:rPr lang="en-US" sz="3000" b="true">
                <a:solidFill>
                  <a:srgbClr val="000000"/>
                </a:solidFill>
                <a:latin typeface="Trebuchet MS Bold"/>
                <a:ea typeface="Trebuchet MS Bold"/>
                <a:cs typeface="Trebuchet MS Bold"/>
                <a:sym typeface="Trebuchet MS Bold"/>
              </a:rPr>
              <a:t>College Name:</a:t>
            </a:r>
            <a:r>
              <a:rPr lang="en-US" sz="3000">
                <a:solidFill>
                  <a:srgbClr val="000000"/>
                </a:solidFill>
                <a:latin typeface="Trebuchet MS"/>
                <a:ea typeface="Trebuchet MS"/>
                <a:cs typeface="Trebuchet MS"/>
                <a:sym typeface="Trebuchet MS"/>
              </a:rPr>
              <a:t> Raghu Engineering College</a:t>
            </a:r>
          </a:p>
        </p:txBody>
      </p:sp>
      <p:sp>
        <p:nvSpPr>
          <p:cNvPr name="TextBox 38" id="38"/>
          <p:cNvSpPr txBox="true"/>
          <p:nvPr/>
        </p:nvSpPr>
        <p:spPr>
          <a:xfrm rot="0">
            <a:off x="1032224" y="4086558"/>
            <a:ext cx="7461504" cy="1088117"/>
          </a:xfrm>
          <a:prstGeom prst="rect">
            <a:avLst/>
          </a:prstGeom>
        </p:spPr>
        <p:txBody>
          <a:bodyPr anchor="t" rtlCol="false" tIns="0" lIns="0" bIns="0" rIns="0">
            <a:spAutoFit/>
          </a:bodyPr>
          <a:lstStyle/>
          <a:p>
            <a:pPr algn="l">
              <a:lnSpc>
                <a:spcPts val="5759"/>
              </a:lnSpc>
            </a:pPr>
            <a:r>
              <a:rPr lang="en-US" sz="4800">
                <a:solidFill>
                  <a:srgbClr val="000000"/>
                </a:solidFill>
                <a:latin typeface="Trebuchet MS"/>
                <a:ea typeface="Trebuchet MS"/>
                <a:cs typeface="Trebuchet MS"/>
                <a:sym typeface="Trebuchet MS"/>
              </a:rPr>
              <a:t>Project Title -</a:t>
            </a:r>
          </a:p>
        </p:txBody>
      </p:sp>
      <p:sp>
        <p:nvSpPr>
          <p:cNvPr name="TextBox 39" id="39"/>
          <p:cNvSpPr txBox="true"/>
          <p:nvPr/>
        </p:nvSpPr>
        <p:spPr>
          <a:xfrm rot="0">
            <a:off x="5224767" y="4190238"/>
            <a:ext cx="12377804" cy="1274721"/>
          </a:xfrm>
          <a:prstGeom prst="rect">
            <a:avLst/>
          </a:prstGeom>
        </p:spPr>
        <p:txBody>
          <a:bodyPr anchor="t" rtlCol="false" tIns="0" lIns="0" bIns="0" rIns="0">
            <a:spAutoFit/>
          </a:bodyPr>
          <a:lstStyle/>
          <a:p>
            <a:pPr algn="l">
              <a:lnSpc>
                <a:spcPts val="4320"/>
              </a:lnSpc>
            </a:pPr>
            <a:r>
              <a:rPr lang="en-US" sz="3600" b="true">
                <a:solidFill>
                  <a:srgbClr val="2E946B"/>
                </a:solidFill>
                <a:latin typeface="Trebuchet MS Bold"/>
                <a:ea typeface="Trebuchet MS Bold"/>
                <a:cs typeface="Trebuchet MS Bold"/>
                <a:sym typeface="Trebuchet MS Bold"/>
              </a:rPr>
              <a:t>Seasonal Agriculture Performance Analysis</a:t>
            </a:r>
          </a:p>
        </p:txBody>
      </p:sp>
      <p:grpSp>
        <p:nvGrpSpPr>
          <p:cNvPr name="Group 40" id="40"/>
          <p:cNvGrpSpPr/>
          <p:nvPr/>
        </p:nvGrpSpPr>
        <p:grpSpPr>
          <a:xfrm rot="0">
            <a:off x="1013936" y="9707880"/>
            <a:ext cx="3214688" cy="289560"/>
            <a:chOff x="0" y="0"/>
            <a:chExt cx="4286250" cy="386080"/>
          </a:xfrm>
        </p:grpSpPr>
        <p:sp>
          <p:nvSpPr>
            <p:cNvPr name="Freeform 41" id="41"/>
            <p:cNvSpPr/>
            <p:nvPr/>
          </p:nvSpPr>
          <p:spPr>
            <a:xfrm flipH="false" flipV="false" rot="0">
              <a:off x="0" y="0"/>
              <a:ext cx="4286250" cy="386080"/>
            </a:xfrm>
            <a:custGeom>
              <a:avLst/>
              <a:gdLst/>
              <a:ahLst/>
              <a:cxnLst/>
              <a:rect r="r" b="b" t="t" l="l"/>
              <a:pathLst>
                <a:path h="386080" w="4286250">
                  <a:moveTo>
                    <a:pt x="0" y="0"/>
                  </a:moveTo>
                  <a:lnTo>
                    <a:pt x="4286250" y="0"/>
                  </a:lnTo>
                  <a:lnTo>
                    <a:pt x="4286250" y="386080"/>
                  </a:lnTo>
                  <a:lnTo>
                    <a:pt x="0" y="386080"/>
                  </a:lnTo>
                  <a:lnTo>
                    <a:pt x="0" y="0"/>
                  </a:lnTo>
                  <a:close/>
                </a:path>
              </a:pathLst>
            </a:custGeom>
            <a:blipFill>
              <a:blip r:embed="rId3"/>
              <a:stretch>
                <a:fillRect l="0" t="-2518486" r="-135857" b="0"/>
              </a:stretch>
            </a:blipFill>
          </p:spPr>
        </p:sp>
      </p:grpSp>
      <p:sp>
        <p:nvSpPr>
          <p:cNvPr name="TextBox 42" id="42"/>
          <p:cNvSpPr txBox="true"/>
          <p:nvPr/>
        </p:nvSpPr>
        <p:spPr>
          <a:xfrm rot="0">
            <a:off x="1527553" y="6900901"/>
            <a:ext cx="9171861" cy="419100"/>
          </a:xfrm>
          <a:prstGeom prst="rect">
            <a:avLst/>
          </a:prstGeom>
        </p:spPr>
        <p:txBody>
          <a:bodyPr anchor="t" rtlCol="false" tIns="0" lIns="0" bIns="0" rIns="0">
            <a:spAutoFit/>
          </a:bodyPr>
          <a:lstStyle/>
          <a:p>
            <a:pPr algn="l">
              <a:lnSpc>
                <a:spcPts val="3240"/>
              </a:lnSpc>
            </a:pPr>
            <a:r>
              <a:rPr lang="en-US" sz="2700" b="true">
                <a:solidFill>
                  <a:srgbClr val="000000"/>
                </a:solidFill>
                <a:latin typeface="Trebuchet MS Bold"/>
                <a:ea typeface="Trebuchet MS Bold"/>
                <a:cs typeface="Trebuchet MS Bold"/>
                <a:sym typeface="Trebuchet MS Bold"/>
              </a:rPr>
              <a:t>AICTE STU ID : STU69c38045ede4b1774420037</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4791360">
            <a:off x="9738484" y="5138738"/>
            <a:ext cx="10464870" cy="0"/>
          </a:xfrm>
          <a:prstGeom prst="line">
            <a:avLst/>
          </a:prstGeom>
          <a:ln cap="rnd" w="9525">
            <a:solidFill>
              <a:srgbClr val="5FCBEF"/>
            </a:solidFill>
            <a:prstDash val="solid"/>
            <a:headEnd type="none" len="sm" w="sm"/>
            <a:tailEnd type="none" len="sm" w="sm"/>
          </a:ln>
        </p:spPr>
      </p:sp>
      <p:sp>
        <p:nvSpPr>
          <p:cNvPr name="AutoShape 3" id="3"/>
          <p:cNvSpPr/>
          <p:nvPr/>
        </p:nvSpPr>
        <p:spPr>
          <a:xfrm rot="8776560">
            <a:off x="10406482" y="7899797"/>
            <a:ext cx="8608171" cy="0"/>
          </a:xfrm>
          <a:prstGeom prst="line">
            <a:avLst/>
          </a:prstGeom>
          <a:ln cap="rnd" w="9525">
            <a:solidFill>
              <a:srgbClr val="5FCBEF"/>
            </a:solidFill>
            <a:prstDash val="solid"/>
            <a:headEnd type="none" len="sm" w="sm"/>
            <a:tailEnd type="none" len="sm" w="sm"/>
          </a:ln>
        </p:spPr>
      </p:sp>
      <p:grpSp>
        <p:nvGrpSpPr>
          <p:cNvPr name="Group 4" id="4"/>
          <p:cNvGrpSpPr/>
          <p:nvPr/>
        </p:nvGrpSpPr>
        <p:grpSpPr>
          <a:xfrm rot="0">
            <a:off x="13772217" y="-12697"/>
            <a:ext cx="4511021" cy="10299697"/>
            <a:chOff x="0" y="0"/>
            <a:chExt cx="6014695" cy="13732929"/>
          </a:xfrm>
        </p:grpSpPr>
        <p:sp>
          <p:nvSpPr>
            <p:cNvPr name="Freeform 5" id="5"/>
            <p:cNvSpPr/>
            <p:nvPr/>
          </p:nvSpPr>
          <p:spPr>
            <a:xfrm flipH="false" flipV="false" rot="0">
              <a:off x="0" y="0"/>
              <a:ext cx="6014720" cy="13732890"/>
            </a:xfrm>
            <a:custGeom>
              <a:avLst/>
              <a:gdLst/>
              <a:ahLst/>
              <a:cxnLst/>
              <a:rect r="r" b="b" t="t" l="l"/>
              <a:pathLst>
                <a:path h="13732890" w="6014720">
                  <a:moveTo>
                    <a:pt x="4091051" y="0"/>
                  </a:moveTo>
                  <a:lnTo>
                    <a:pt x="6014720" y="0"/>
                  </a:lnTo>
                  <a:lnTo>
                    <a:pt x="6014720" y="13732890"/>
                  </a:lnTo>
                  <a:lnTo>
                    <a:pt x="0" y="13732890"/>
                  </a:lnTo>
                  <a:lnTo>
                    <a:pt x="4091051" y="0"/>
                  </a:lnTo>
                  <a:close/>
                </a:path>
              </a:pathLst>
            </a:custGeom>
            <a:solidFill>
              <a:srgbClr val="5FCBEF">
                <a:alpha val="12941"/>
              </a:srgbClr>
            </a:solidFill>
          </p:spPr>
        </p:sp>
      </p:grpSp>
      <p:grpSp>
        <p:nvGrpSpPr>
          <p:cNvPr name="Group 6" id="6"/>
          <p:cNvGrpSpPr/>
          <p:nvPr/>
        </p:nvGrpSpPr>
        <p:grpSpPr>
          <a:xfrm rot="0">
            <a:off x="14405162" y="-12697"/>
            <a:ext cx="3882838" cy="10299697"/>
            <a:chOff x="0" y="0"/>
            <a:chExt cx="5177117" cy="13732929"/>
          </a:xfrm>
        </p:grpSpPr>
        <p:sp>
          <p:nvSpPr>
            <p:cNvPr name="Freeform 7" id="7"/>
            <p:cNvSpPr/>
            <p:nvPr/>
          </p:nvSpPr>
          <p:spPr>
            <a:xfrm flipH="false" flipV="false" rot="0">
              <a:off x="0" y="0"/>
              <a:ext cx="5177155" cy="13732890"/>
            </a:xfrm>
            <a:custGeom>
              <a:avLst/>
              <a:gdLst/>
              <a:ahLst/>
              <a:cxnLst/>
              <a:rect r="r" b="b" t="t" l="l"/>
              <a:pathLst>
                <a:path h="13732890" w="5177155">
                  <a:moveTo>
                    <a:pt x="0" y="0"/>
                  </a:moveTo>
                  <a:lnTo>
                    <a:pt x="5177155" y="0"/>
                  </a:lnTo>
                  <a:lnTo>
                    <a:pt x="5177155" y="13732890"/>
                  </a:lnTo>
                  <a:lnTo>
                    <a:pt x="2418969" y="13732890"/>
                  </a:lnTo>
                  <a:lnTo>
                    <a:pt x="0" y="0"/>
                  </a:lnTo>
                  <a:close/>
                </a:path>
              </a:pathLst>
            </a:custGeom>
            <a:solidFill>
              <a:srgbClr val="5FCBEF">
                <a:alpha val="3922"/>
              </a:srgbClr>
            </a:solidFill>
          </p:spPr>
        </p:sp>
      </p:grpSp>
      <p:grpSp>
        <p:nvGrpSpPr>
          <p:cNvPr name="Group 8" id="8"/>
          <p:cNvGrpSpPr/>
          <p:nvPr/>
        </p:nvGrpSpPr>
        <p:grpSpPr>
          <a:xfrm rot="0">
            <a:off x="13398503" y="4572000"/>
            <a:ext cx="4889497" cy="5715000"/>
            <a:chOff x="0" y="0"/>
            <a:chExt cx="6519329" cy="7620000"/>
          </a:xfrm>
        </p:grpSpPr>
        <p:sp>
          <p:nvSpPr>
            <p:cNvPr name="Freeform 9" id="9"/>
            <p:cNvSpPr/>
            <p:nvPr/>
          </p:nvSpPr>
          <p:spPr>
            <a:xfrm flipH="false" flipV="false" rot="0">
              <a:off x="0" y="0"/>
              <a:ext cx="6519291" cy="7620000"/>
            </a:xfrm>
            <a:custGeom>
              <a:avLst/>
              <a:gdLst/>
              <a:ahLst/>
              <a:cxnLst/>
              <a:rect r="r" b="b" t="t" l="l"/>
              <a:pathLst>
                <a:path h="7620000" w="6519291">
                  <a:moveTo>
                    <a:pt x="0" y="7620000"/>
                  </a:moveTo>
                  <a:lnTo>
                    <a:pt x="6519291" y="0"/>
                  </a:lnTo>
                  <a:lnTo>
                    <a:pt x="6519291" y="7620000"/>
                  </a:lnTo>
                  <a:close/>
                </a:path>
              </a:pathLst>
            </a:custGeom>
            <a:solidFill>
              <a:srgbClr val="17B0E4">
                <a:alpha val="43529"/>
              </a:srgbClr>
            </a:solidFill>
          </p:spPr>
        </p:sp>
      </p:grpSp>
      <p:grpSp>
        <p:nvGrpSpPr>
          <p:cNvPr name="Group 10" id="10"/>
          <p:cNvGrpSpPr/>
          <p:nvPr/>
        </p:nvGrpSpPr>
        <p:grpSpPr>
          <a:xfrm rot="0">
            <a:off x="14001750" y="-12697"/>
            <a:ext cx="4281488" cy="10299697"/>
            <a:chOff x="0" y="0"/>
            <a:chExt cx="5708650" cy="13732929"/>
          </a:xfrm>
        </p:grpSpPr>
        <p:sp>
          <p:nvSpPr>
            <p:cNvPr name="Freeform 11" id="11"/>
            <p:cNvSpPr/>
            <p:nvPr/>
          </p:nvSpPr>
          <p:spPr>
            <a:xfrm flipH="false" flipV="false" rot="0">
              <a:off x="0" y="0"/>
              <a:ext cx="5708650" cy="13732890"/>
            </a:xfrm>
            <a:custGeom>
              <a:avLst/>
              <a:gdLst/>
              <a:ahLst/>
              <a:cxnLst/>
              <a:rect r="r" b="b" t="t" l="l"/>
              <a:pathLst>
                <a:path h="13732890" w="5708650">
                  <a:moveTo>
                    <a:pt x="0" y="0"/>
                  </a:moveTo>
                  <a:lnTo>
                    <a:pt x="5708650" y="0"/>
                  </a:lnTo>
                  <a:lnTo>
                    <a:pt x="5708650" y="13732890"/>
                  </a:lnTo>
                  <a:lnTo>
                    <a:pt x="4941443" y="13732890"/>
                  </a:lnTo>
                  <a:lnTo>
                    <a:pt x="0" y="0"/>
                  </a:lnTo>
                  <a:close/>
                </a:path>
              </a:pathLst>
            </a:custGeom>
            <a:solidFill>
              <a:srgbClr val="17B0E4">
                <a:alpha val="24706"/>
              </a:srgbClr>
            </a:solidFill>
          </p:spPr>
        </p:sp>
      </p:grpSp>
      <p:grpSp>
        <p:nvGrpSpPr>
          <p:cNvPr name="Group 12" id="12"/>
          <p:cNvGrpSpPr/>
          <p:nvPr/>
        </p:nvGrpSpPr>
        <p:grpSpPr>
          <a:xfrm rot="0">
            <a:off x="16348091" y="-12697"/>
            <a:ext cx="1935137" cy="10299697"/>
            <a:chOff x="0" y="0"/>
            <a:chExt cx="2580183" cy="13732929"/>
          </a:xfrm>
        </p:grpSpPr>
        <p:sp>
          <p:nvSpPr>
            <p:cNvPr name="Freeform 13" id="13"/>
            <p:cNvSpPr/>
            <p:nvPr/>
          </p:nvSpPr>
          <p:spPr>
            <a:xfrm flipH="false" flipV="false" rot="0">
              <a:off x="0" y="0"/>
              <a:ext cx="2580259" cy="13732890"/>
            </a:xfrm>
            <a:custGeom>
              <a:avLst/>
              <a:gdLst/>
              <a:ahLst/>
              <a:cxnLst/>
              <a:rect r="r" b="b" t="t" l="l"/>
              <a:pathLst>
                <a:path h="13732890" w="2580259">
                  <a:moveTo>
                    <a:pt x="2039493" y="0"/>
                  </a:moveTo>
                  <a:lnTo>
                    <a:pt x="2580259" y="0"/>
                  </a:lnTo>
                  <a:lnTo>
                    <a:pt x="2580259" y="13732890"/>
                  </a:lnTo>
                  <a:lnTo>
                    <a:pt x="0" y="13732890"/>
                  </a:lnTo>
                  <a:lnTo>
                    <a:pt x="2039493" y="0"/>
                  </a:lnTo>
                  <a:close/>
                </a:path>
              </a:pathLst>
            </a:custGeom>
            <a:solidFill>
              <a:srgbClr val="2E83C3">
                <a:alpha val="48627"/>
              </a:srgbClr>
            </a:solidFill>
          </p:spPr>
        </p:sp>
      </p:grpSp>
      <p:grpSp>
        <p:nvGrpSpPr>
          <p:cNvPr name="Group 14" id="14"/>
          <p:cNvGrpSpPr/>
          <p:nvPr/>
        </p:nvGrpSpPr>
        <p:grpSpPr>
          <a:xfrm rot="0">
            <a:off x="16408498" y="-12697"/>
            <a:ext cx="1874739" cy="10299697"/>
            <a:chOff x="0" y="0"/>
            <a:chExt cx="2499652" cy="13732929"/>
          </a:xfrm>
        </p:grpSpPr>
        <p:sp>
          <p:nvSpPr>
            <p:cNvPr name="Freeform 15" id="15"/>
            <p:cNvSpPr/>
            <p:nvPr/>
          </p:nvSpPr>
          <p:spPr>
            <a:xfrm flipH="false" flipV="false" rot="0">
              <a:off x="0" y="0"/>
              <a:ext cx="2499614" cy="13732890"/>
            </a:xfrm>
            <a:custGeom>
              <a:avLst/>
              <a:gdLst/>
              <a:ahLst/>
              <a:cxnLst/>
              <a:rect r="r" b="b" t="t" l="l"/>
              <a:pathLst>
                <a:path h="13732890" w="2499614">
                  <a:moveTo>
                    <a:pt x="0" y="0"/>
                  </a:moveTo>
                  <a:lnTo>
                    <a:pt x="2499614" y="0"/>
                  </a:lnTo>
                  <a:lnTo>
                    <a:pt x="2499614" y="13732890"/>
                  </a:lnTo>
                  <a:lnTo>
                    <a:pt x="2218817" y="13732890"/>
                  </a:lnTo>
                  <a:lnTo>
                    <a:pt x="0" y="0"/>
                  </a:lnTo>
                  <a:close/>
                </a:path>
              </a:pathLst>
            </a:custGeom>
            <a:solidFill>
              <a:srgbClr val="236292">
                <a:alpha val="63922"/>
              </a:srgbClr>
            </a:solidFill>
          </p:spPr>
        </p:sp>
      </p:grpSp>
      <p:grpSp>
        <p:nvGrpSpPr>
          <p:cNvPr name="Group 16" id="16"/>
          <p:cNvGrpSpPr/>
          <p:nvPr/>
        </p:nvGrpSpPr>
        <p:grpSpPr>
          <a:xfrm rot="0">
            <a:off x="15557497" y="5384797"/>
            <a:ext cx="2725741" cy="4902203"/>
            <a:chOff x="0" y="0"/>
            <a:chExt cx="3634321" cy="6536271"/>
          </a:xfrm>
        </p:grpSpPr>
        <p:sp>
          <p:nvSpPr>
            <p:cNvPr name="Freeform 17" id="17"/>
            <p:cNvSpPr/>
            <p:nvPr/>
          </p:nvSpPr>
          <p:spPr>
            <a:xfrm flipH="false" flipV="false" rot="0">
              <a:off x="0" y="0"/>
              <a:ext cx="3634359" cy="6536309"/>
            </a:xfrm>
            <a:custGeom>
              <a:avLst/>
              <a:gdLst/>
              <a:ahLst/>
              <a:cxnLst/>
              <a:rect r="r" b="b" t="t" l="l"/>
              <a:pathLst>
                <a:path h="6536309" w="3634359">
                  <a:moveTo>
                    <a:pt x="0" y="6536309"/>
                  </a:moveTo>
                  <a:lnTo>
                    <a:pt x="3634359" y="0"/>
                  </a:lnTo>
                  <a:lnTo>
                    <a:pt x="3634359" y="6536309"/>
                  </a:lnTo>
                  <a:close/>
                </a:path>
              </a:pathLst>
            </a:custGeom>
            <a:solidFill>
              <a:srgbClr val="17B0E4">
                <a:alpha val="43529"/>
              </a:srgbClr>
            </a:solidFill>
          </p:spPr>
        </p:sp>
      </p:grpSp>
      <p:grpSp>
        <p:nvGrpSpPr>
          <p:cNvPr name="Group 18" id="18"/>
          <p:cNvGrpSpPr/>
          <p:nvPr/>
        </p:nvGrpSpPr>
        <p:grpSpPr>
          <a:xfrm rot="0">
            <a:off x="0" y="6019800"/>
            <a:ext cx="673103" cy="4267200"/>
            <a:chOff x="0" y="0"/>
            <a:chExt cx="897471" cy="5689600"/>
          </a:xfrm>
        </p:grpSpPr>
        <p:sp>
          <p:nvSpPr>
            <p:cNvPr name="Freeform 19" id="19"/>
            <p:cNvSpPr/>
            <p:nvPr/>
          </p:nvSpPr>
          <p:spPr>
            <a:xfrm flipH="false" flipV="false" rot="0">
              <a:off x="0" y="0"/>
              <a:ext cx="897509" cy="5689600"/>
            </a:xfrm>
            <a:custGeom>
              <a:avLst/>
              <a:gdLst/>
              <a:ahLst/>
              <a:cxnLst/>
              <a:rect r="r" b="b" t="t" l="l"/>
              <a:pathLst>
                <a:path h="5689600" w="897509">
                  <a:moveTo>
                    <a:pt x="0" y="5689600"/>
                  </a:moveTo>
                  <a:lnTo>
                    <a:pt x="0" y="0"/>
                  </a:lnTo>
                  <a:lnTo>
                    <a:pt x="897509" y="5689600"/>
                  </a:lnTo>
                  <a:close/>
                </a:path>
              </a:pathLst>
            </a:custGeom>
            <a:solidFill>
              <a:srgbClr val="5FCBEF">
                <a:alpha val="48627"/>
              </a:srgbClr>
            </a:solidFill>
          </p:spPr>
        </p:sp>
      </p:grpSp>
      <p:grpSp>
        <p:nvGrpSpPr>
          <p:cNvPr name="Group 20" id="20"/>
          <p:cNvGrpSpPr/>
          <p:nvPr/>
        </p:nvGrpSpPr>
        <p:grpSpPr>
          <a:xfrm rot="0">
            <a:off x="990590" y="9568358"/>
            <a:ext cx="4114800" cy="547688"/>
            <a:chOff x="0" y="0"/>
            <a:chExt cx="5486400" cy="730250"/>
          </a:xfrm>
        </p:grpSpPr>
        <p:sp>
          <p:nvSpPr>
            <p:cNvPr name="Freeform 21" id="21"/>
            <p:cNvSpPr/>
            <p:nvPr/>
          </p:nvSpPr>
          <p:spPr>
            <a:xfrm flipH="false" flipV="false" rot="0">
              <a:off x="0" y="0"/>
              <a:ext cx="5486400" cy="730250"/>
            </a:xfrm>
            <a:custGeom>
              <a:avLst/>
              <a:gdLst/>
              <a:ahLst/>
              <a:cxnLst/>
              <a:rect r="r" b="b" t="t" l="l"/>
              <a:pathLst>
                <a:path h="730250" w="5486400">
                  <a:moveTo>
                    <a:pt x="0" y="0"/>
                  </a:moveTo>
                  <a:lnTo>
                    <a:pt x="5486400" y="0"/>
                  </a:lnTo>
                  <a:lnTo>
                    <a:pt x="5486400" y="730250"/>
                  </a:lnTo>
                  <a:lnTo>
                    <a:pt x="0" y="730250"/>
                  </a:lnTo>
                  <a:close/>
                </a:path>
              </a:pathLst>
            </a:custGeom>
            <a:blipFill>
              <a:blip r:embed="rId2">
                <a:alphaModFix amt="0"/>
              </a:blip>
              <a:stretch>
                <a:fillRect l="0" t="-96391" r="0" b="-96391"/>
              </a:stretch>
            </a:blipFill>
          </p:spPr>
        </p:sp>
        <p:sp>
          <p:nvSpPr>
            <p:cNvPr name="TextBox 22" id="22"/>
            <p:cNvSpPr txBox="true"/>
            <p:nvPr/>
          </p:nvSpPr>
          <p:spPr>
            <a:xfrm>
              <a:off x="0" y="-9525"/>
              <a:ext cx="5486400" cy="739775"/>
            </a:xfrm>
            <a:prstGeom prst="rect">
              <a:avLst/>
            </a:prstGeom>
          </p:spPr>
          <p:txBody>
            <a:bodyPr anchor="ctr" rtlCol="false" tIns="0" lIns="0" bIns="0" rIns="0"/>
            <a:lstStyle/>
            <a:p>
              <a:pPr algn="l">
                <a:lnSpc>
                  <a:spcPts val="1980"/>
                </a:lnSpc>
              </a:pPr>
              <a:r>
                <a:rPr lang="en-US" sz="1650">
                  <a:solidFill>
                    <a:srgbClr val="2E83C3"/>
                  </a:solidFill>
                  <a:latin typeface="Trebuchet MS"/>
                  <a:ea typeface="Trebuchet MS"/>
                  <a:cs typeface="Trebuchet MS"/>
                  <a:sym typeface="Trebuchet MS"/>
                </a:rPr>
                <a:t>9/8/2026</a:t>
              </a:r>
            </a:p>
          </p:txBody>
        </p:sp>
      </p:grpSp>
      <p:grpSp>
        <p:nvGrpSpPr>
          <p:cNvPr name="Group 23" id="23"/>
          <p:cNvGrpSpPr/>
          <p:nvPr/>
        </p:nvGrpSpPr>
        <p:grpSpPr>
          <a:xfrm rot="0">
            <a:off x="2168290" y="9568358"/>
            <a:ext cx="6172200" cy="547688"/>
            <a:chOff x="0" y="0"/>
            <a:chExt cx="8229600" cy="730250"/>
          </a:xfrm>
        </p:grpSpPr>
        <p:sp>
          <p:nvSpPr>
            <p:cNvPr name="Freeform 24" id="24"/>
            <p:cNvSpPr/>
            <p:nvPr/>
          </p:nvSpPr>
          <p:spPr>
            <a:xfrm flipH="false" flipV="false" rot="0">
              <a:off x="0" y="0"/>
              <a:ext cx="8229600" cy="730250"/>
            </a:xfrm>
            <a:custGeom>
              <a:avLst/>
              <a:gdLst/>
              <a:ahLst/>
              <a:cxnLst/>
              <a:rect r="r" b="b" t="t" l="l"/>
              <a:pathLst>
                <a:path h="730250" w="8229600">
                  <a:moveTo>
                    <a:pt x="0" y="0"/>
                  </a:moveTo>
                  <a:lnTo>
                    <a:pt x="8229600" y="0"/>
                  </a:lnTo>
                  <a:lnTo>
                    <a:pt x="8229600" y="730250"/>
                  </a:lnTo>
                  <a:lnTo>
                    <a:pt x="0" y="730250"/>
                  </a:lnTo>
                  <a:close/>
                </a:path>
              </a:pathLst>
            </a:custGeom>
            <a:blipFill>
              <a:blip r:embed="rId2">
                <a:alphaModFix amt="0"/>
              </a:blip>
              <a:stretch>
                <a:fillRect l="0" t="-169587" r="0" b="-169587"/>
              </a:stretch>
            </a:blipFill>
          </p:spPr>
        </p:sp>
        <p:sp>
          <p:nvSpPr>
            <p:cNvPr name="TextBox 25" id="25"/>
            <p:cNvSpPr txBox="true"/>
            <p:nvPr/>
          </p:nvSpPr>
          <p:spPr>
            <a:xfrm>
              <a:off x="0" y="-9525"/>
              <a:ext cx="8229600" cy="739775"/>
            </a:xfrm>
            <a:prstGeom prst="rect">
              <a:avLst/>
            </a:prstGeom>
          </p:spPr>
          <p:txBody>
            <a:bodyPr anchor="ctr" rtlCol="false" tIns="0" lIns="0" bIns="0" rIns="0"/>
            <a:lstStyle/>
            <a:p>
              <a:pPr algn="l">
                <a:lnSpc>
                  <a:spcPts val="1980"/>
                </a:lnSpc>
              </a:pPr>
              <a:r>
                <a:rPr lang="en-US" sz="1650" b="true">
                  <a:solidFill>
                    <a:srgbClr val="2E83C3"/>
                  </a:solidFill>
                  <a:latin typeface="Trebuchet MS Bold"/>
                  <a:ea typeface="Trebuchet MS Bold"/>
                  <a:cs typeface="Trebuchet MS Bold"/>
                  <a:sym typeface="Trebuchet MS Bold"/>
                </a:rPr>
                <a:t>Annual Review</a:t>
              </a:r>
            </a:p>
          </p:txBody>
        </p:sp>
      </p:grpSp>
      <p:grpSp>
        <p:nvGrpSpPr>
          <p:cNvPr name="Group 26" id="26"/>
          <p:cNvGrpSpPr/>
          <p:nvPr/>
        </p:nvGrpSpPr>
        <p:grpSpPr>
          <a:xfrm rot="0">
            <a:off x="13208003" y="9568358"/>
            <a:ext cx="4114800" cy="547688"/>
            <a:chOff x="0" y="0"/>
            <a:chExt cx="5486400" cy="730250"/>
          </a:xfrm>
        </p:grpSpPr>
        <p:sp>
          <p:nvSpPr>
            <p:cNvPr name="Freeform 27" id="27"/>
            <p:cNvSpPr/>
            <p:nvPr/>
          </p:nvSpPr>
          <p:spPr>
            <a:xfrm flipH="false" flipV="false" rot="0">
              <a:off x="0" y="0"/>
              <a:ext cx="5486400" cy="730250"/>
            </a:xfrm>
            <a:custGeom>
              <a:avLst/>
              <a:gdLst/>
              <a:ahLst/>
              <a:cxnLst/>
              <a:rect r="r" b="b" t="t" l="l"/>
              <a:pathLst>
                <a:path h="730250" w="5486400">
                  <a:moveTo>
                    <a:pt x="0" y="0"/>
                  </a:moveTo>
                  <a:lnTo>
                    <a:pt x="5486400" y="0"/>
                  </a:lnTo>
                  <a:lnTo>
                    <a:pt x="5486400" y="730250"/>
                  </a:lnTo>
                  <a:lnTo>
                    <a:pt x="0" y="730250"/>
                  </a:lnTo>
                  <a:close/>
                </a:path>
              </a:pathLst>
            </a:custGeom>
            <a:blipFill>
              <a:blip r:embed="rId2">
                <a:alphaModFix amt="0"/>
              </a:blip>
              <a:stretch>
                <a:fillRect l="0" t="-96391" r="0" b="-96391"/>
              </a:stretch>
            </a:blipFill>
          </p:spPr>
        </p:sp>
        <p:sp>
          <p:nvSpPr>
            <p:cNvPr name="TextBox 28" id="28"/>
            <p:cNvSpPr txBox="true"/>
            <p:nvPr/>
          </p:nvSpPr>
          <p:spPr>
            <a:xfrm>
              <a:off x="0" y="-9525"/>
              <a:ext cx="5486400" cy="739775"/>
            </a:xfrm>
            <a:prstGeom prst="rect">
              <a:avLst/>
            </a:prstGeom>
          </p:spPr>
          <p:txBody>
            <a:bodyPr anchor="ctr" rtlCol="false" tIns="0" lIns="0" bIns="0" rIns="0"/>
            <a:lstStyle/>
            <a:p>
              <a:pPr algn="r">
                <a:lnSpc>
                  <a:spcPts val="1980"/>
                </a:lnSpc>
              </a:pPr>
              <a:r>
                <a:rPr lang="en-US" sz="1650">
                  <a:solidFill>
                    <a:srgbClr val="2E946B"/>
                  </a:solidFill>
                  <a:latin typeface="Trebuchet MS"/>
                  <a:ea typeface="Trebuchet MS"/>
                  <a:cs typeface="Trebuchet MS"/>
                  <a:sym typeface="Trebuchet MS"/>
                </a:rPr>
                <a:t>‹#›</a:t>
              </a:r>
            </a:p>
          </p:txBody>
        </p:sp>
      </p:grpSp>
      <p:grpSp>
        <p:nvGrpSpPr>
          <p:cNvPr name="Group 29" id="29"/>
          <p:cNvGrpSpPr/>
          <p:nvPr/>
        </p:nvGrpSpPr>
        <p:grpSpPr>
          <a:xfrm rot="0">
            <a:off x="14031687" y="8045977"/>
            <a:ext cx="685800" cy="685800"/>
            <a:chOff x="0" y="0"/>
            <a:chExt cx="914400" cy="914400"/>
          </a:xfrm>
        </p:grpSpPr>
        <p:sp>
          <p:nvSpPr>
            <p:cNvPr name="Freeform 30" id="30"/>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solidFill>
              <a:srgbClr val="42B051"/>
            </a:solidFill>
          </p:spPr>
        </p:sp>
      </p:grpSp>
      <p:grpSp>
        <p:nvGrpSpPr>
          <p:cNvPr name="Group 31" id="31"/>
          <p:cNvGrpSpPr/>
          <p:nvPr/>
        </p:nvGrpSpPr>
        <p:grpSpPr>
          <a:xfrm rot="0">
            <a:off x="10039188" y="2549833"/>
            <a:ext cx="479622" cy="479622"/>
            <a:chOff x="0" y="0"/>
            <a:chExt cx="639496" cy="639496"/>
          </a:xfrm>
        </p:grpSpPr>
        <p:sp>
          <p:nvSpPr>
            <p:cNvPr name="Freeform 32" id="32"/>
            <p:cNvSpPr/>
            <p:nvPr/>
          </p:nvSpPr>
          <p:spPr>
            <a:xfrm flipH="false" flipV="false" rot="0">
              <a:off x="0" y="0"/>
              <a:ext cx="639445" cy="639445"/>
            </a:xfrm>
            <a:custGeom>
              <a:avLst/>
              <a:gdLst/>
              <a:ahLst/>
              <a:cxnLst/>
              <a:rect r="r" b="b" t="t" l="l"/>
              <a:pathLst>
                <a:path h="639445" w="639445">
                  <a:moveTo>
                    <a:pt x="0" y="0"/>
                  </a:moveTo>
                  <a:lnTo>
                    <a:pt x="639445" y="0"/>
                  </a:lnTo>
                  <a:lnTo>
                    <a:pt x="639445" y="639445"/>
                  </a:lnTo>
                  <a:lnTo>
                    <a:pt x="0" y="639445"/>
                  </a:lnTo>
                  <a:close/>
                </a:path>
              </a:pathLst>
            </a:custGeom>
            <a:solidFill>
              <a:srgbClr val="2E83C3"/>
            </a:solidFill>
          </p:spPr>
        </p:sp>
      </p:grpSp>
      <p:grpSp>
        <p:nvGrpSpPr>
          <p:cNvPr name="Group 33" id="33"/>
          <p:cNvGrpSpPr/>
          <p:nvPr/>
        </p:nvGrpSpPr>
        <p:grpSpPr>
          <a:xfrm rot="0">
            <a:off x="14031687" y="8846610"/>
            <a:ext cx="269967" cy="269967"/>
            <a:chOff x="0" y="0"/>
            <a:chExt cx="359956" cy="359956"/>
          </a:xfrm>
        </p:grpSpPr>
        <p:sp>
          <p:nvSpPr>
            <p:cNvPr name="Freeform 34" id="34"/>
            <p:cNvSpPr/>
            <p:nvPr/>
          </p:nvSpPr>
          <p:spPr>
            <a:xfrm flipH="false" flipV="false" rot="0">
              <a:off x="0" y="0"/>
              <a:ext cx="359918" cy="359918"/>
            </a:xfrm>
            <a:custGeom>
              <a:avLst/>
              <a:gdLst/>
              <a:ahLst/>
              <a:cxnLst/>
              <a:rect r="r" b="b" t="t" l="l"/>
              <a:pathLst>
                <a:path h="359918" w="359918">
                  <a:moveTo>
                    <a:pt x="0" y="0"/>
                  </a:moveTo>
                  <a:lnTo>
                    <a:pt x="359918" y="0"/>
                  </a:lnTo>
                  <a:lnTo>
                    <a:pt x="359918" y="359918"/>
                  </a:lnTo>
                  <a:lnTo>
                    <a:pt x="0" y="359918"/>
                  </a:lnTo>
                  <a:close/>
                </a:path>
              </a:pathLst>
            </a:custGeom>
            <a:solidFill>
              <a:srgbClr val="2E946B"/>
            </a:solidFill>
          </p:spPr>
        </p:sp>
      </p:grpSp>
      <p:sp>
        <p:nvSpPr>
          <p:cNvPr name="TextBox 35" id="35"/>
          <p:cNvSpPr txBox="true"/>
          <p:nvPr/>
        </p:nvSpPr>
        <p:spPr>
          <a:xfrm rot="0">
            <a:off x="856278" y="3450555"/>
            <a:ext cx="9610344" cy="5384930"/>
          </a:xfrm>
          <a:prstGeom prst="rect">
            <a:avLst/>
          </a:prstGeom>
        </p:spPr>
        <p:txBody>
          <a:bodyPr anchor="t" rtlCol="false" tIns="0" lIns="0" bIns="0" rIns="0">
            <a:spAutoFit/>
          </a:bodyPr>
          <a:lstStyle/>
          <a:p>
            <a:pPr algn="l" marL="542925" indent="-271462" lvl="1">
              <a:lnSpc>
                <a:spcPts val="3600"/>
              </a:lnSpc>
              <a:buFont typeface="Arial"/>
              <a:buChar char="•"/>
            </a:pPr>
            <a:r>
              <a:rPr lang="en-US" sz="3000">
                <a:solidFill>
                  <a:srgbClr val="3C3C3C"/>
                </a:solidFill>
                <a:latin typeface="Trebuchet MS"/>
                <a:ea typeface="Trebuchet MS"/>
                <a:cs typeface="Trebuchet MS"/>
                <a:sym typeface="Trebuchet MS"/>
              </a:rPr>
              <a:t>Agricultural activities are influenced by seasonal variations in environmental conditions, farming practices, resource availability and market conditions. As a result, agricultural performance may differ from one season to another.</a:t>
            </a:r>
          </a:p>
          <a:p>
            <a:pPr algn="l" marL="542925" indent="-271462" lvl="1">
              <a:lnSpc>
                <a:spcPts val="3600"/>
              </a:lnSpc>
              <a:buFont typeface="Arial"/>
              <a:buChar char="•"/>
            </a:pPr>
            <a:r>
              <a:rPr lang="en-US" sz="3000">
                <a:solidFill>
                  <a:srgbClr val="3C3C3C"/>
                </a:solidFill>
                <a:latin typeface="Trebuchet MS"/>
                <a:ea typeface="Trebuchet MS"/>
                <a:cs typeface="Trebuchet MS"/>
                <a:sym typeface="Trebuchet MS"/>
              </a:rPr>
              <a:t>However, raw agricultural data does not clearly explain how agricultural performance changes across seasons or what patterns can be observed in different seasonal conditions. The project analyzes the given agricultural dataset to identify meaningful seasonal patterns, trends, relationships and variations.</a:t>
            </a:r>
          </a:p>
        </p:txBody>
      </p:sp>
      <p:sp>
        <p:nvSpPr>
          <p:cNvPr name="TextBox 36" id="36"/>
          <p:cNvSpPr txBox="true"/>
          <p:nvPr/>
        </p:nvSpPr>
        <p:spPr>
          <a:xfrm rot="0">
            <a:off x="929430" y="1469422"/>
            <a:ext cx="10310527" cy="1103252"/>
          </a:xfrm>
          <a:prstGeom prst="rect">
            <a:avLst/>
          </a:prstGeom>
        </p:spPr>
        <p:txBody>
          <a:bodyPr anchor="t" rtlCol="false" tIns="0" lIns="0" bIns="0" rIns="0">
            <a:spAutoFit/>
          </a:bodyPr>
          <a:lstStyle/>
          <a:p>
            <a:pPr algn="l">
              <a:lnSpc>
                <a:spcPts val="7776"/>
              </a:lnSpc>
            </a:pPr>
            <a:r>
              <a:rPr lang="en-US" sz="6480" b="true">
                <a:solidFill>
                  <a:srgbClr val="000000"/>
                </a:solidFill>
                <a:latin typeface="Trebuchet MS Bold"/>
                <a:ea typeface="Trebuchet MS Bold"/>
                <a:cs typeface="Trebuchet MS Bold"/>
                <a:sym typeface="Trebuchet MS Bold"/>
              </a:rPr>
              <a:t>PROBLEM  STATEMENT</a:t>
            </a:r>
          </a:p>
        </p:txBody>
      </p:sp>
      <p:grpSp>
        <p:nvGrpSpPr>
          <p:cNvPr name="Group 37" id="37"/>
          <p:cNvGrpSpPr/>
          <p:nvPr/>
        </p:nvGrpSpPr>
        <p:grpSpPr>
          <a:xfrm rot="0">
            <a:off x="11993528" y="4396254"/>
            <a:ext cx="4141137" cy="4896612"/>
            <a:chOff x="0" y="0"/>
            <a:chExt cx="5521516" cy="6528816"/>
          </a:xfrm>
        </p:grpSpPr>
        <p:sp>
          <p:nvSpPr>
            <p:cNvPr name="Freeform 38" id="38"/>
            <p:cNvSpPr/>
            <p:nvPr/>
          </p:nvSpPr>
          <p:spPr>
            <a:xfrm flipH="false" flipV="false" rot="0">
              <a:off x="0" y="0"/>
              <a:ext cx="5521579" cy="6528816"/>
            </a:xfrm>
            <a:custGeom>
              <a:avLst/>
              <a:gdLst/>
              <a:ahLst/>
              <a:cxnLst/>
              <a:rect r="r" b="b" t="t" l="l"/>
              <a:pathLst>
                <a:path h="6528816" w="5521579">
                  <a:moveTo>
                    <a:pt x="0" y="0"/>
                  </a:moveTo>
                  <a:lnTo>
                    <a:pt x="5521579" y="0"/>
                  </a:lnTo>
                  <a:lnTo>
                    <a:pt x="5521579" y="6528816"/>
                  </a:lnTo>
                  <a:lnTo>
                    <a:pt x="0" y="6528816"/>
                  </a:lnTo>
                  <a:lnTo>
                    <a:pt x="0" y="0"/>
                  </a:lnTo>
                  <a:close/>
                </a:path>
              </a:pathLst>
            </a:custGeom>
            <a:blipFill>
              <a:blip r:embed="rId3"/>
              <a:stretch>
                <a:fillRect l="0" t="0" r="1" b="0"/>
              </a:stretch>
            </a:blipFill>
          </p:spPr>
        </p:sp>
      </p:grpSp>
      <p:grpSp>
        <p:nvGrpSpPr>
          <p:cNvPr name="Group 39" id="39"/>
          <p:cNvGrpSpPr/>
          <p:nvPr/>
        </p:nvGrpSpPr>
        <p:grpSpPr>
          <a:xfrm rot="0">
            <a:off x="1013936" y="9707880"/>
            <a:ext cx="3214688" cy="289560"/>
            <a:chOff x="0" y="0"/>
            <a:chExt cx="4286250" cy="386080"/>
          </a:xfrm>
        </p:grpSpPr>
        <p:sp>
          <p:nvSpPr>
            <p:cNvPr name="Freeform 40" id="40"/>
            <p:cNvSpPr/>
            <p:nvPr/>
          </p:nvSpPr>
          <p:spPr>
            <a:xfrm flipH="false" flipV="false" rot="0">
              <a:off x="0" y="0"/>
              <a:ext cx="4286250" cy="386080"/>
            </a:xfrm>
            <a:custGeom>
              <a:avLst/>
              <a:gdLst/>
              <a:ahLst/>
              <a:cxnLst/>
              <a:rect r="r" b="b" t="t" l="l"/>
              <a:pathLst>
                <a:path h="386080" w="4286250">
                  <a:moveTo>
                    <a:pt x="0" y="0"/>
                  </a:moveTo>
                  <a:lnTo>
                    <a:pt x="4286250" y="0"/>
                  </a:lnTo>
                  <a:lnTo>
                    <a:pt x="4286250" y="386080"/>
                  </a:lnTo>
                  <a:lnTo>
                    <a:pt x="0" y="386080"/>
                  </a:lnTo>
                  <a:lnTo>
                    <a:pt x="0" y="0"/>
                  </a:lnTo>
                  <a:close/>
                </a:path>
              </a:pathLst>
            </a:custGeom>
            <a:blipFill>
              <a:blip r:embed="rId4"/>
              <a:stretch>
                <a:fillRect l="0" t="-2518486" r="-135857" b="0"/>
              </a:stretch>
            </a:blipFill>
          </p:spPr>
        </p:sp>
      </p:gr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F2F2F2"/>
        </a:solidFill>
      </p:bgPr>
    </p:bg>
    <p:spTree>
      <p:nvGrpSpPr>
        <p:cNvPr id="1" name=""/>
        <p:cNvGrpSpPr/>
        <p:nvPr/>
      </p:nvGrpSpPr>
      <p:grpSpPr>
        <a:xfrm>
          <a:off x="0" y="0"/>
          <a:ext cx="0" cy="0"/>
          <a:chOff x="0" y="0"/>
          <a:chExt cx="0" cy="0"/>
        </a:xfrm>
      </p:grpSpPr>
      <p:sp>
        <p:nvSpPr>
          <p:cNvPr name="AutoShape 2" id="2"/>
          <p:cNvSpPr/>
          <p:nvPr/>
        </p:nvSpPr>
        <p:spPr>
          <a:xfrm rot="4791360">
            <a:off x="9738484" y="5138738"/>
            <a:ext cx="10464870" cy="0"/>
          </a:xfrm>
          <a:prstGeom prst="line">
            <a:avLst/>
          </a:prstGeom>
          <a:ln cap="rnd" w="9525">
            <a:solidFill>
              <a:srgbClr val="5FCBEF"/>
            </a:solidFill>
            <a:prstDash val="solid"/>
            <a:headEnd type="none" len="sm" w="sm"/>
            <a:tailEnd type="none" len="sm" w="sm"/>
          </a:ln>
        </p:spPr>
      </p:sp>
      <p:sp>
        <p:nvSpPr>
          <p:cNvPr name="AutoShape 3" id="3"/>
          <p:cNvSpPr/>
          <p:nvPr/>
        </p:nvSpPr>
        <p:spPr>
          <a:xfrm rot="8776560">
            <a:off x="10406482" y="7899797"/>
            <a:ext cx="8608171" cy="0"/>
          </a:xfrm>
          <a:prstGeom prst="line">
            <a:avLst/>
          </a:prstGeom>
          <a:ln cap="rnd" w="9525">
            <a:solidFill>
              <a:srgbClr val="5FCBEF"/>
            </a:solidFill>
            <a:prstDash val="solid"/>
            <a:headEnd type="none" len="sm" w="sm"/>
            <a:tailEnd type="none" len="sm" w="sm"/>
          </a:ln>
        </p:spPr>
      </p:sp>
      <p:grpSp>
        <p:nvGrpSpPr>
          <p:cNvPr name="Group 4" id="4"/>
          <p:cNvGrpSpPr/>
          <p:nvPr/>
        </p:nvGrpSpPr>
        <p:grpSpPr>
          <a:xfrm rot="0">
            <a:off x="13772217" y="-12697"/>
            <a:ext cx="4511021" cy="10299697"/>
            <a:chOff x="0" y="0"/>
            <a:chExt cx="6014695" cy="13732929"/>
          </a:xfrm>
        </p:grpSpPr>
        <p:sp>
          <p:nvSpPr>
            <p:cNvPr name="Freeform 5" id="5"/>
            <p:cNvSpPr/>
            <p:nvPr/>
          </p:nvSpPr>
          <p:spPr>
            <a:xfrm flipH="false" flipV="false" rot="0">
              <a:off x="0" y="0"/>
              <a:ext cx="6014720" cy="13732890"/>
            </a:xfrm>
            <a:custGeom>
              <a:avLst/>
              <a:gdLst/>
              <a:ahLst/>
              <a:cxnLst/>
              <a:rect r="r" b="b" t="t" l="l"/>
              <a:pathLst>
                <a:path h="13732890" w="6014720">
                  <a:moveTo>
                    <a:pt x="4091051" y="0"/>
                  </a:moveTo>
                  <a:lnTo>
                    <a:pt x="6014720" y="0"/>
                  </a:lnTo>
                  <a:lnTo>
                    <a:pt x="6014720" y="13732890"/>
                  </a:lnTo>
                  <a:lnTo>
                    <a:pt x="0" y="13732890"/>
                  </a:lnTo>
                  <a:lnTo>
                    <a:pt x="4091051" y="0"/>
                  </a:lnTo>
                  <a:close/>
                </a:path>
              </a:pathLst>
            </a:custGeom>
            <a:solidFill>
              <a:srgbClr val="5FCBEF">
                <a:alpha val="12941"/>
              </a:srgbClr>
            </a:solidFill>
          </p:spPr>
        </p:sp>
      </p:grpSp>
      <p:grpSp>
        <p:nvGrpSpPr>
          <p:cNvPr name="Group 6" id="6"/>
          <p:cNvGrpSpPr/>
          <p:nvPr/>
        </p:nvGrpSpPr>
        <p:grpSpPr>
          <a:xfrm rot="0">
            <a:off x="14405162" y="-12697"/>
            <a:ext cx="3882838" cy="10299697"/>
            <a:chOff x="0" y="0"/>
            <a:chExt cx="5177117" cy="13732929"/>
          </a:xfrm>
        </p:grpSpPr>
        <p:sp>
          <p:nvSpPr>
            <p:cNvPr name="Freeform 7" id="7"/>
            <p:cNvSpPr/>
            <p:nvPr/>
          </p:nvSpPr>
          <p:spPr>
            <a:xfrm flipH="false" flipV="false" rot="0">
              <a:off x="0" y="0"/>
              <a:ext cx="5177155" cy="13732890"/>
            </a:xfrm>
            <a:custGeom>
              <a:avLst/>
              <a:gdLst/>
              <a:ahLst/>
              <a:cxnLst/>
              <a:rect r="r" b="b" t="t" l="l"/>
              <a:pathLst>
                <a:path h="13732890" w="5177155">
                  <a:moveTo>
                    <a:pt x="0" y="0"/>
                  </a:moveTo>
                  <a:lnTo>
                    <a:pt x="5177155" y="0"/>
                  </a:lnTo>
                  <a:lnTo>
                    <a:pt x="5177155" y="13732890"/>
                  </a:lnTo>
                  <a:lnTo>
                    <a:pt x="2418969" y="13732890"/>
                  </a:lnTo>
                  <a:lnTo>
                    <a:pt x="0" y="0"/>
                  </a:lnTo>
                  <a:close/>
                </a:path>
              </a:pathLst>
            </a:custGeom>
            <a:solidFill>
              <a:srgbClr val="5FCBEF">
                <a:alpha val="3922"/>
              </a:srgbClr>
            </a:solidFill>
          </p:spPr>
        </p:sp>
      </p:grpSp>
      <p:grpSp>
        <p:nvGrpSpPr>
          <p:cNvPr name="Group 8" id="8"/>
          <p:cNvGrpSpPr/>
          <p:nvPr/>
        </p:nvGrpSpPr>
        <p:grpSpPr>
          <a:xfrm rot="0">
            <a:off x="13398503" y="4572000"/>
            <a:ext cx="4889497" cy="5715000"/>
            <a:chOff x="0" y="0"/>
            <a:chExt cx="6519329" cy="7620000"/>
          </a:xfrm>
        </p:grpSpPr>
        <p:sp>
          <p:nvSpPr>
            <p:cNvPr name="Freeform 9" id="9"/>
            <p:cNvSpPr/>
            <p:nvPr/>
          </p:nvSpPr>
          <p:spPr>
            <a:xfrm flipH="false" flipV="false" rot="0">
              <a:off x="0" y="0"/>
              <a:ext cx="6519291" cy="7620000"/>
            </a:xfrm>
            <a:custGeom>
              <a:avLst/>
              <a:gdLst/>
              <a:ahLst/>
              <a:cxnLst/>
              <a:rect r="r" b="b" t="t" l="l"/>
              <a:pathLst>
                <a:path h="7620000" w="6519291">
                  <a:moveTo>
                    <a:pt x="0" y="7620000"/>
                  </a:moveTo>
                  <a:lnTo>
                    <a:pt x="6519291" y="0"/>
                  </a:lnTo>
                  <a:lnTo>
                    <a:pt x="6519291" y="7620000"/>
                  </a:lnTo>
                  <a:close/>
                </a:path>
              </a:pathLst>
            </a:custGeom>
            <a:solidFill>
              <a:srgbClr val="17B0E4">
                <a:alpha val="43529"/>
              </a:srgbClr>
            </a:solidFill>
          </p:spPr>
        </p:sp>
      </p:grpSp>
      <p:grpSp>
        <p:nvGrpSpPr>
          <p:cNvPr name="Group 10" id="10"/>
          <p:cNvGrpSpPr/>
          <p:nvPr/>
        </p:nvGrpSpPr>
        <p:grpSpPr>
          <a:xfrm rot="0">
            <a:off x="14001750" y="-12697"/>
            <a:ext cx="4281488" cy="10299697"/>
            <a:chOff x="0" y="0"/>
            <a:chExt cx="5708650" cy="13732929"/>
          </a:xfrm>
        </p:grpSpPr>
        <p:sp>
          <p:nvSpPr>
            <p:cNvPr name="Freeform 11" id="11"/>
            <p:cNvSpPr/>
            <p:nvPr/>
          </p:nvSpPr>
          <p:spPr>
            <a:xfrm flipH="false" flipV="false" rot="0">
              <a:off x="0" y="0"/>
              <a:ext cx="5708650" cy="13732890"/>
            </a:xfrm>
            <a:custGeom>
              <a:avLst/>
              <a:gdLst/>
              <a:ahLst/>
              <a:cxnLst/>
              <a:rect r="r" b="b" t="t" l="l"/>
              <a:pathLst>
                <a:path h="13732890" w="5708650">
                  <a:moveTo>
                    <a:pt x="0" y="0"/>
                  </a:moveTo>
                  <a:lnTo>
                    <a:pt x="5708650" y="0"/>
                  </a:lnTo>
                  <a:lnTo>
                    <a:pt x="5708650" y="13732890"/>
                  </a:lnTo>
                  <a:lnTo>
                    <a:pt x="4941443" y="13732890"/>
                  </a:lnTo>
                  <a:lnTo>
                    <a:pt x="0" y="0"/>
                  </a:lnTo>
                  <a:close/>
                </a:path>
              </a:pathLst>
            </a:custGeom>
            <a:solidFill>
              <a:srgbClr val="17B0E4">
                <a:alpha val="24706"/>
              </a:srgbClr>
            </a:solidFill>
          </p:spPr>
        </p:sp>
      </p:grpSp>
      <p:grpSp>
        <p:nvGrpSpPr>
          <p:cNvPr name="Group 12" id="12"/>
          <p:cNvGrpSpPr/>
          <p:nvPr/>
        </p:nvGrpSpPr>
        <p:grpSpPr>
          <a:xfrm rot="0">
            <a:off x="16348091" y="-12697"/>
            <a:ext cx="1935137" cy="10299697"/>
            <a:chOff x="0" y="0"/>
            <a:chExt cx="2580183" cy="13732929"/>
          </a:xfrm>
        </p:grpSpPr>
        <p:sp>
          <p:nvSpPr>
            <p:cNvPr name="Freeform 13" id="13"/>
            <p:cNvSpPr/>
            <p:nvPr/>
          </p:nvSpPr>
          <p:spPr>
            <a:xfrm flipH="false" flipV="false" rot="0">
              <a:off x="0" y="0"/>
              <a:ext cx="2580259" cy="13732890"/>
            </a:xfrm>
            <a:custGeom>
              <a:avLst/>
              <a:gdLst/>
              <a:ahLst/>
              <a:cxnLst/>
              <a:rect r="r" b="b" t="t" l="l"/>
              <a:pathLst>
                <a:path h="13732890" w="2580259">
                  <a:moveTo>
                    <a:pt x="2039493" y="0"/>
                  </a:moveTo>
                  <a:lnTo>
                    <a:pt x="2580259" y="0"/>
                  </a:lnTo>
                  <a:lnTo>
                    <a:pt x="2580259" y="13732890"/>
                  </a:lnTo>
                  <a:lnTo>
                    <a:pt x="0" y="13732890"/>
                  </a:lnTo>
                  <a:lnTo>
                    <a:pt x="2039493" y="0"/>
                  </a:lnTo>
                  <a:close/>
                </a:path>
              </a:pathLst>
            </a:custGeom>
            <a:solidFill>
              <a:srgbClr val="2E83C3">
                <a:alpha val="48627"/>
              </a:srgbClr>
            </a:solidFill>
          </p:spPr>
        </p:sp>
      </p:grpSp>
      <p:grpSp>
        <p:nvGrpSpPr>
          <p:cNvPr name="Group 14" id="14"/>
          <p:cNvGrpSpPr/>
          <p:nvPr/>
        </p:nvGrpSpPr>
        <p:grpSpPr>
          <a:xfrm rot="0">
            <a:off x="16408498" y="-12697"/>
            <a:ext cx="1874739" cy="10299697"/>
            <a:chOff x="0" y="0"/>
            <a:chExt cx="2499652" cy="13732929"/>
          </a:xfrm>
        </p:grpSpPr>
        <p:sp>
          <p:nvSpPr>
            <p:cNvPr name="Freeform 15" id="15"/>
            <p:cNvSpPr/>
            <p:nvPr/>
          </p:nvSpPr>
          <p:spPr>
            <a:xfrm flipH="false" flipV="false" rot="0">
              <a:off x="0" y="0"/>
              <a:ext cx="2499614" cy="13732890"/>
            </a:xfrm>
            <a:custGeom>
              <a:avLst/>
              <a:gdLst/>
              <a:ahLst/>
              <a:cxnLst/>
              <a:rect r="r" b="b" t="t" l="l"/>
              <a:pathLst>
                <a:path h="13732890" w="2499614">
                  <a:moveTo>
                    <a:pt x="0" y="0"/>
                  </a:moveTo>
                  <a:lnTo>
                    <a:pt x="2499614" y="0"/>
                  </a:lnTo>
                  <a:lnTo>
                    <a:pt x="2499614" y="13732890"/>
                  </a:lnTo>
                  <a:lnTo>
                    <a:pt x="2218817" y="13732890"/>
                  </a:lnTo>
                  <a:lnTo>
                    <a:pt x="0" y="0"/>
                  </a:lnTo>
                  <a:close/>
                </a:path>
              </a:pathLst>
            </a:custGeom>
            <a:solidFill>
              <a:srgbClr val="236292">
                <a:alpha val="63922"/>
              </a:srgbClr>
            </a:solidFill>
          </p:spPr>
        </p:sp>
      </p:grpSp>
      <p:grpSp>
        <p:nvGrpSpPr>
          <p:cNvPr name="Group 16" id="16"/>
          <p:cNvGrpSpPr/>
          <p:nvPr/>
        </p:nvGrpSpPr>
        <p:grpSpPr>
          <a:xfrm rot="0">
            <a:off x="15557497" y="5384797"/>
            <a:ext cx="2725741" cy="4902203"/>
            <a:chOff x="0" y="0"/>
            <a:chExt cx="3634321" cy="6536271"/>
          </a:xfrm>
        </p:grpSpPr>
        <p:sp>
          <p:nvSpPr>
            <p:cNvPr name="Freeform 17" id="17"/>
            <p:cNvSpPr/>
            <p:nvPr/>
          </p:nvSpPr>
          <p:spPr>
            <a:xfrm flipH="false" flipV="false" rot="0">
              <a:off x="0" y="0"/>
              <a:ext cx="3634359" cy="6536309"/>
            </a:xfrm>
            <a:custGeom>
              <a:avLst/>
              <a:gdLst/>
              <a:ahLst/>
              <a:cxnLst/>
              <a:rect r="r" b="b" t="t" l="l"/>
              <a:pathLst>
                <a:path h="6536309" w="3634359">
                  <a:moveTo>
                    <a:pt x="0" y="6536309"/>
                  </a:moveTo>
                  <a:lnTo>
                    <a:pt x="3634359" y="0"/>
                  </a:lnTo>
                  <a:lnTo>
                    <a:pt x="3634359" y="6536309"/>
                  </a:lnTo>
                  <a:close/>
                </a:path>
              </a:pathLst>
            </a:custGeom>
            <a:solidFill>
              <a:srgbClr val="17B0E4">
                <a:alpha val="43529"/>
              </a:srgbClr>
            </a:solidFill>
          </p:spPr>
        </p:sp>
      </p:grpSp>
      <p:grpSp>
        <p:nvGrpSpPr>
          <p:cNvPr name="Group 18" id="18"/>
          <p:cNvGrpSpPr/>
          <p:nvPr/>
        </p:nvGrpSpPr>
        <p:grpSpPr>
          <a:xfrm rot="0">
            <a:off x="0" y="6019800"/>
            <a:ext cx="673103" cy="4267200"/>
            <a:chOff x="0" y="0"/>
            <a:chExt cx="897471" cy="5689600"/>
          </a:xfrm>
        </p:grpSpPr>
        <p:sp>
          <p:nvSpPr>
            <p:cNvPr name="Freeform 19" id="19"/>
            <p:cNvSpPr/>
            <p:nvPr/>
          </p:nvSpPr>
          <p:spPr>
            <a:xfrm flipH="false" flipV="false" rot="0">
              <a:off x="0" y="0"/>
              <a:ext cx="897509" cy="5689600"/>
            </a:xfrm>
            <a:custGeom>
              <a:avLst/>
              <a:gdLst/>
              <a:ahLst/>
              <a:cxnLst/>
              <a:rect r="r" b="b" t="t" l="l"/>
              <a:pathLst>
                <a:path h="5689600" w="897509">
                  <a:moveTo>
                    <a:pt x="0" y="5689600"/>
                  </a:moveTo>
                  <a:lnTo>
                    <a:pt x="0" y="0"/>
                  </a:lnTo>
                  <a:lnTo>
                    <a:pt x="897509" y="5689600"/>
                  </a:lnTo>
                  <a:close/>
                </a:path>
              </a:pathLst>
            </a:custGeom>
            <a:solidFill>
              <a:srgbClr val="5FCBEF">
                <a:alpha val="48627"/>
              </a:srgbClr>
            </a:solidFill>
          </p:spPr>
        </p:sp>
      </p:grpSp>
      <p:grpSp>
        <p:nvGrpSpPr>
          <p:cNvPr name="Group 20" id="20"/>
          <p:cNvGrpSpPr/>
          <p:nvPr/>
        </p:nvGrpSpPr>
        <p:grpSpPr>
          <a:xfrm rot="0">
            <a:off x="990590" y="9568358"/>
            <a:ext cx="4114800" cy="547688"/>
            <a:chOff x="0" y="0"/>
            <a:chExt cx="5486400" cy="730250"/>
          </a:xfrm>
        </p:grpSpPr>
        <p:sp>
          <p:nvSpPr>
            <p:cNvPr name="Freeform 21" id="21"/>
            <p:cNvSpPr/>
            <p:nvPr/>
          </p:nvSpPr>
          <p:spPr>
            <a:xfrm flipH="false" flipV="false" rot="0">
              <a:off x="0" y="0"/>
              <a:ext cx="5486400" cy="730250"/>
            </a:xfrm>
            <a:custGeom>
              <a:avLst/>
              <a:gdLst/>
              <a:ahLst/>
              <a:cxnLst/>
              <a:rect r="r" b="b" t="t" l="l"/>
              <a:pathLst>
                <a:path h="730250" w="5486400">
                  <a:moveTo>
                    <a:pt x="0" y="0"/>
                  </a:moveTo>
                  <a:lnTo>
                    <a:pt x="5486400" y="0"/>
                  </a:lnTo>
                  <a:lnTo>
                    <a:pt x="5486400" y="730250"/>
                  </a:lnTo>
                  <a:lnTo>
                    <a:pt x="0" y="730250"/>
                  </a:lnTo>
                  <a:close/>
                </a:path>
              </a:pathLst>
            </a:custGeom>
            <a:blipFill>
              <a:blip r:embed="rId2">
                <a:alphaModFix amt="0"/>
              </a:blip>
              <a:stretch>
                <a:fillRect l="0" t="-96391" r="0" b="-96391"/>
              </a:stretch>
            </a:blipFill>
          </p:spPr>
        </p:sp>
        <p:sp>
          <p:nvSpPr>
            <p:cNvPr name="TextBox 22" id="22"/>
            <p:cNvSpPr txBox="true"/>
            <p:nvPr/>
          </p:nvSpPr>
          <p:spPr>
            <a:xfrm>
              <a:off x="0" y="-9525"/>
              <a:ext cx="5486400" cy="739775"/>
            </a:xfrm>
            <a:prstGeom prst="rect">
              <a:avLst/>
            </a:prstGeom>
          </p:spPr>
          <p:txBody>
            <a:bodyPr anchor="ctr" rtlCol="false" tIns="0" lIns="0" bIns="0" rIns="0"/>
            <a:lstStyle/>
            <a:p>
              <a:pPr algn="l">
                <a:lnSpc>
                  <a:spcPts val="1980"/>
                </a:lnSpc>
              </a:pPr>
              <a:r>
                <a:rPr lang="en-US" sz="1650">
                  <a:solidFill>
                    <a:srgbClr val="2E83C3"/>
                  </a:solidFill>
                  <a:latin typeface="Trebuchet MS"/>
                  <a:ea typeface="Trebuchet MS"/>
                  <a:cs typeface="Trebuchet MS"/>
                  <a:sym typeface="Trebuchet MS"/>
                </a:rPr>
                <a:t>9/8/2026</a:t>
              </a:r>
            </a:p>
          </p:txBody>
        </p:sp>
      </p:grpSp>
      <p:grpSp>
        <p:nvGrpSpPr>
          <p:cNvPr name="Group 23" id="23"/>
          <p:cNvGrpSpPr/>
          <p:nvPr/>
        </p:nvGrpSpPr>
        <p:grpSpPr>
          <a:xfrm rot="0">
            <a:off x="2168290" y="9568358"/>
            <a:ext cx="6172200" cy="547688"/>
            <a:chOff x="0" y="0"/>
            <a:chExt cx="8229600" cy="730250"/>
          </a:xfrm>
        </p:grpSpPr>
        <p:sp>
          <p:nvSpPr>
            <p:cNvPr name="Freeform 24" id="24"/>
            <p:cNvSpPr/>
            <p:nvPr/>
          </p:nvSpPr>
          <p:spPr>
            <a:xfrm flipH="false" flipV="false" rot="0">
              <a:off x="0" y="0"/>
              <a:ext cx="8229600" cy="730250"/>
            </a:xfrm>
            <a:custGeom>
              <a:avLst/>
              <a:gdLst/>
              <a:ahLst/>
              <a:cxnLst/>
              <a:rect r="r" b="b" t="t" l="l"/>
              <a:pathLst>
                <a:path h="730250" w="8229600">
                  <a:moveTo>
                    <a:pt x="0" y="0"/>
                  </a:moveTo>
                  <a:lnTo>
                    <a:pt x="8229600" y="0"/>
                  </a:lnTo>
                  <a:lnTo>
                    <a:pt x="8229600" y="730250"/>
                  </a:lnTo>
                  <a:lnTo>
                    <a:pt x="0" y="730250"/>
                  </a:lnTo>
                  <a:close/>
                </a:path>
              </a:pathLst>
            </a:custGeom>
            <a:blipFill>
              <a:blip r:embed="rId2">
                <a:alphaModFix amt="0"/>
              </a:blip>
              <a:stretch>
                <a:fillRect l="0" t="-169587" r="0" b="-169587"/>
              </a:stretch>
            </a:blipFill>
          </p:spPr>
        </p:sp>
        <p:sp>
          <p:nvSpPr>
            <p:cNvPr name="TextBox 25" id="25"/>
            <p:cNvSpPr txBox="true"/>
            <p:nvPr/>
          </p:nvSpPr>
          <p:spPr>
            <a:xfrm>
              <a:off x="0" y="-9525"/>
              <a:ext cx="8229600" cy="739775"/>
            </a:xfrm>
            <a:prstGeom prst="rect">
              <a:avLst/>
            </a:prstGeom>
          </p:spPr>
          <p:txBody>
            <a:bodyPr anchor="ctr" rtlCol="false" tIns="0" lIns="0" bIns="0" rIns="0"/>
            <a:lstStyle/>
            <a:p>
              <a:pPr algn="l">
                <a:lnSpc>
                  <a:spcPts val="1980"/>
                </a:lnSpc>
              </a:pPr>
              <a:r>
                <a:rPr lang="en-US" sz="1650" b="true">
                  <a:solidFill>
                    <a:srgbClr val="2E83C3"/>
                  </a:solidFill>
                  <a:latin typeface="Trebuchet MS Bold"/>
                  <a:ea typeface="Trebuchet MS Bold"/>
                  <a:cs typeface="Trebuchet MS Bold"/>
                  <a:sym typeface="Trebuchet MS Bold"/>
                </a:rPr>
                <a:t>Annual Review</a:t>
              </a:r>
            </a:p>
          </p:txBody>
        </p:sp>
      </p:grpSp>
      <p:grpSp>
        <p:nvGrpSpPr>
          <p:cNvPr name="Group 26" id="26"/>
          <p:cNvGrpSpPr/>
          <p:nvPr/>
        </p:nvGrpSpPr>
        <p:grpSpPr>
          <a:xfrm rot="0">
            <a:off x="13208003" y="9568358"/>
            <a:ext cx="4114800" cy="547688"/>
            <a:chOff x="0" y="0"/>
            <a:chExt cx="5486400" cy="730250"/>
          </a:xfrm>
        </p:grpSpPr>
        <p:sp>
          <p:nvSpPr>
            <p:cNvPr name="Freeform 27" id="27"/>
            <p:cNvSpPr/>
            <p:nvPr/>
          </p:nvSpPr>
          <p:spPr>
            <a:xfrm flipH="false" flipV="false" rot="0">
              <a:off x="0" y="0"/>
              <a:ext cx="5486400" cy="730250"/>
            </a:xfrm>
            <a:custGeom>
              <a:avLst/>
              <a:gdLst/>
              <a:ahLst/>
              <a:cxnLst/>
              <a:rect r="r" b="b" t="t" l="l"/>
              <a:pathLst>
                <a:path h="730250" w="5486400">
                  <a:moveTo>
                    <a:pt x="0" y="0"/>
                  </a:moveTo>
                  <a:lnTo>
                    <a:pt x="5486400" y="0"/>
                  </a:lnTo>
                  <a:lnTo>
                    <a:pt x="5486400" y="730250"/>
                  </a:lnTo>
                  <a:lnTo>
                    <a:pt x="0" y="730250"/>
                  </a:lnTo>
                  <a:close/>
                </a:path>
              </a:pathLst>
            </a:custGeom>
            <a:blipFill>
              <a:blip r:embed="rId2">
                <a:alphaModFix amt="0"/>
              </a:blip>
              <a:stretch>
                <a:fillRect l="0" t="-96391" r="0" b="-96391"/>
              </a:stretch>
            </a:blipFill>
          </p:spPr>
        </p:sp>
        <p:sp>
          <p:nvSpPr>
            <p:cNvPr name="TextBox 28" id="28"/>
            <p:cNvSpPr txBox="true"/>
            <p:nvPr/>
          </p:nvSpPr>
          <p:spPr>
            <a:xfrm>
              <a:off x="0" y="-9525"/>
              <a:ext cx="5486400" cy="739775"/>
            </a:xfrm>
            <a:prstGeom prst="rect">
              <a:avLst/>
            </a:prstGeom>
          </p:spPr>
          <p:txBody>
            <a:bodyPr anchor="ctr" rtlCol="false" tIns="0" lIns="0" bIns="0" rIns="0"/>
            <a:lstStyle/>
            <a:p>
              <a:pPr algn="r">
                <a:lnSpc>
                  <a:spcPts val="1980"/>
                </a:lnSpc>
              </a:pPr>
              <a:r>
                <a:rPr lang="en-US" sz="1650">
                  <a:solidFill>
                    <a:srgbClr val="2E946B"/>
                  </a:solidFill>
                  <a:latin typeface="Trebuchet MS"/>
                  <a:ea typeface="Trebuchet MS"/>
                  <a:cs typeface="Trebuchet MS"/>
                  <a:sym typeface="Trebuchet MS"/>
                </a:rPr>
                <a:t>‹#›</a:t>
              </a:r>
            </a:p>
          </p:txBody>
        </p:sp>
      </p:grpSp>
      <p:grpSp>
        <p:nvGrpSpPr>
          <p:cNvPr name="Group 29" id="29"/>
          <p:cNvGrpSpPr/>
          <p:nvPr/>
        </p:nvGrpSpPr>
        <p:grpSpPr>
          <a:xfrm rot="0">
            <a:off x="14031687" y="8045977"/>
            <a:ext cx="685800" cy="685800"/>
            <a:chOff x="0" y="0"/>
            <a:chExt cx="914400" cy="914400"/>
          </a:xfrm>
        </p:grpSpPr>
        <p:sp>
          <p:nvSpPr>
            <p:cNvPr name="Freeform 30" id="30"/>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solidFill>
              <a:srgbClr val="42B051"/>
            </a:solidFill>
          </p:spPr>
        </p:sp>
      </p:grpSp>
      <p:grpSp>
        <p:nvGrpSpPr>
          <p:cNvPr name="Group 31" id="31"/>
          <p:cNvGrpSpPr/>
          <p:nvPr/>
        </p:nvGrpSpPr>
        <p:grpSpPr>
          <a:xfrm rot="0">
            <a:off x="10039188" y="2549833"/>
            <a:ext cx="479622" cy="479622"/>
            <a:chOff x="0" y="0"/>
            <a:chExt cx="639496" cy="639496"/>
          </a:xfrm>
        </p:grpSpPr>
        <p:sp>
          <p:nvSpPr>
            <p:cNvPr name="Freeform 32" id="32"/>
            <p:cNvSpPr/>
            <p:nvPr/>
          </p:nvSpPr>
          <p:spPr>
            <a:xfrm flipH="false" flipV="false" rot="0">
              <a:off x="0" y="0"/>
              <a:ext cx="639445" cy="639445"/>
            </a:xfrm>
            <a:custGeom>
              <a:avLst/>
              <a:gdLst/>
              <a:ahLst/>
              <a:cxnLst/>
              <a:rect r="r" b="b" t="t" l="l"/>
              <a:pathLst>
                <a:path h="639445" w="639445">
                  <a:moveTo>
                    <a:pt x="0" y="0"/>
                  </a:moveTo>
                  <a:lnTo>
                    <a:pt x="639445" y="0"/>
                  </a:lnTo>
                  <a:lnTo>
                    <a:pt x="639445" y="639445"/>
                  </a:lnTo>
                  <a:lnTo>
                    <a:pt x="0" y="639445"/>
                  </a:lnTo>
                  <a:close/>
                </a:path>
              </a:pathLst>
            </a:custGeom>
            <a:solidFill>
              <a:srgbClr val="2E83C3"/>
            </a:solidFill>
          </p:spPr>
        </p:sp>
      </p:grpSp>
      <p:grpSp>
        <p:nvGrpSpPr>
          <p:cNvPr name="Group 33" id="33"/>
          <p:cNvGrpSpPr/>
          <p:nvPr/>
        </p:nvGrpSpPr>
        <p:grpSpPr>
          <a:xfrm rot="0">
            <a:off x="14031687" y="8846610"/>
            <a:ext cx="269967" cy="269967"/>
            <a:chOff x="0" y="0"/>
            <a:chExt cx="359956" cy="359956"/>
          </a:xfrm>
        </p:grpSpPr>
        <p:sp>
          <p:nvSpPr>
            <p:cNvPr name="Freeform 34" id="34"/>
            <p:cNvSpPr/>
            <p:nvPr/>
          </p:nvSpPr>
          <p:spPr>
            <a:xfrm flipH="false" flipV="false" rot="0">
              <a:off x="0" y="0"/>
              <a:ext cx="359918" cy="359918"/>
            </a:xfrm>
            <a:custGeom>
              <a:avLst/>
              <a:gdLst/>
              <a:ahLst/>
              <a:cxnLst/>
              <a:rect r="r" b="b" t="t" l="l"/>
              <a:pathLst>
                <a:path h="359918" w="359918">
                  <a:moveTo>
                    <a:pt x="0" y="0"/>
                  </a:moveTo>
                  <a:lnTo>
                    <a:pt x="359918" y="0"/>
                  </a:lnTo>
                  <a:lnTo>
                    <a:pt x="359918" y="359918"/>
                  </a:lnTo>
                  <a:lnTo>
                    <a:pt x="0" y="359918"/>
                  </a:lnTo>
                  <a:close/>
                </a:path>
              </a:pathLst>
            </a:custGeom>
            <a:solidFill>
              <a:srgbClr val="2E946B"/>
            </a:solidFill>
          </p:spPr>
        </p:sp>
      </p:grpSp>
      <p:sp>
        <p:nvSpPr>
          <p:cNvPr name="TextBox 35" id="35"/>
          <p:cNvSpPr txBox="true"/>
          <p:nvPr/>
        </p:nvSpPr>
        <p:spPr>
          <a:xfrm rot="0">
            <a:off x="1082040" y="1244013"/>
            <a:ext cx="9231287" cy="1164584"/>
          </a:xfrm>
          <a:prstGeom prst="rect">
            <a:avLst/>
          </a:prstGeom>
        </p:spPr>
        <p:txBody>
          <a:bodyPr anchor="t" rtlCol="false" tIns="0" lIns="0" bIns="0" rIns="0">
            <a:spAutoFit/>
          </a:bodyPr>
          <a:lstStyle/>
          <a:p>
            <a:pPr algn="l">
              <a:lnSpc>
                <a:spcPts val="7776"/>
              </a:lnSpc>
            </a:pPr>
            <a:r>
              <a:rPr lang="en-US" sz="6480" b="true">
                <a:solidFill>
                  <a:srgbClr val="000000"/>
                </a:solidFill>
                <a:latin typeface="Trebuchet MS Bold"/>
                <a:ea typeface="Trebuchet MS Bold"/>
                <a:cs typeface="Trebuchet MS Bold"/>
                <a:sym typeface="Trebuchet MS Bold"/>
              </a:rPr>
              <a:t>Project Description</a:t>
            </a:r>
          </a:p>
          <a:p>
            <a:pPr algn="l">
              <a:lnSpc>
                <a:spcPts val="7776"/>
              </a:lnSpc>
            </a:pPr>
          </a:p>
          <a:p>
            <a:pPr algn="l">
              <a:lnSpc>
                <a:spcPts val="7776"/>
              </a:lnSpc>
            </a:pPr>
          </a:p>
        </p:txBody>
      </p:sp>
      <p:grpSp>
        <p:nvGrpSpPr>
          <p:cNvPr name="Group 36" id="36"/>
          <p:cNvGrpSpPr/>
          <p:nvPr/>
        </p:nvGrpSpPr>
        <p:grpSpPr>
          <a:xfrm rot="0">
            <a:off x="1013936" y="9707880"/>
            <a:ext cx="3214688" cy="289560"/>
            <a:chOff x="0" y="0"/>
            <a:chExt cx="4286250" cy="386080"/>
          </a:xfrm>
        </p:grpSpPr>
        <p:sp>
          <p:nvSpPr>
            <p:cNvPr name="Freeform 37" id="37"/>
            <p:cNvSpPr/>
            <p:nvPr/>
          </p:nvSpPr>
          <p:spPr>
            <a:xfrm flipH="false" flipV="false" rot="0">
              <a:off x="0" y="0"/>
              <a:ext cx="4286250" cy="386080"/>
            </a:xfrm>
            <a:custGeom>
              <a:avLst/>
              <a:gdLst/>
              <a:ahLst/>
              <a:cxnLst/>
              <a:rect r="r" b="b" t="t" l="l"/>
              <a:pathLst>
                <a:path h="386080" w="4286250">
                  <a:moveTo>
                    <a:pt x="0" y="0"/>
                  </a:moveTo>
                  <a:lnTo>
                    <a:pt x="4286250" y="0"/>
                  </a:lnTo>
                  <a:lnTo>
                    <a:pt x="4286250" y="386080"/>
                  </a:lnTo>
                  <a:lnTo>
                    <a:pt x="0" y="386080"/>
                  </a:lnTo>
                  <a:lnTo>
                    <a:pt x="0" y="0"/>
                  </a:lnTo>
                  <a:close/>
                </a:path>
              </a:pathLst>
            </a:custGeom>
            <a:blipFill>
              <a:blip r:embed="rId3"/>
              <a:stretch>
                <a:fillRect l="0" t="-2518486" r="-135857" b="0"/>
              </a:stretch>
            </a:blipFill>
          </p:spPr>
        </p:sp>
      </p:grpSp>
      <p:grpSp>
        <p:nvGrpSpPr>
          <p:cNvPr name="Group 38" id="38"/>
          <p:cNvGrpSpPr/>
          <p:nvPr/>
        </p:nvGrpSpPr>
        <p:grpSpPr>
          <a:xfrm rot="0">
            <a:off x="701040" y="9615688"/>
            <a:ext cx="5559381" cy="444141"/>
            <a:chOff x="0" y="0"/>
            <a:chExt cx="7412507" cy="592188"/>
          </a:xfrm>
        </p:grpSpPr>
        <p:sp>
          <p:nvSpPr>
            <p:cNvPr name="Freeform 39" id="39"/>
            <p:cNvSpPr/>
            <p:nvPr/>
          </p:nvSpPr>
          <p:spPr>
            <a:xfrm flipH="false" flipV="false" rot="0">
              <a:off x="0" y="0"/>
              <a:ext cx="7412482" cy="592201"/>
            </a:xfrm>
            <a:custGeom>
              <a:avLst/>
              <a:gdLst/>
              <a:ahLst/>
              <a:cxnLst/>
              <a:rect r="r" b="b" t="t" l="l"/>
              <a:pathLst>
                <a:path h="592201" w="7412482">
                  <a:moveTo>
                    <a:pt x="0" y="0"/>
                  </a:moveTo>
                  <a:lnTo>
                    <a:pt x="7412482" y="0"/>
                  </a:lnTo>
                  <a:lnTo>
                    <a:pt x="7412482" y="592201"/>
                  </a:lnTo>
                  <a:lnTo>
                    <a:pt x="0" y="592201"/>
                  </a:lnTo>
                  <a:lnTo>
                    <a:pt x="0" y="0"/>
                  </a:lnTo>
                  <a:close/>
                </a:path>
              </a:pathLst>
            </a:custGeom>
            <a:blipFill>
              <a:blip r:embed="rId4"/>
              <a:stretch>
                <a:fillRect l="0" t="0" r="0" b="2"/>
              </a:stretch>
            </a:blipFill>
          </p:spPr>
        </p:sp>
      </p:grpSp>
      <p:sp>
        <p:nvSpPr>
          <p:cNvPr name="TextBox 40" id="40"/>
          <p:cNvSpPr txBox="true"/>
          <p:nvPr/>
        </p:nvSpPr>
        <p:spPr>
          <a:xfrm rot="0">
            <a:off x="1012365" y="3347847"/>
            <a:ext cx="11772900" cy="4862160"/>
          </a:xfrm>
          <a:prstGeom prst="rect">
            <a:avLst/>
          </a:prstGeom>
        </p:spPr>
        <p:txBody>
          <a:bodyPr anchor="t" rtlCol="false" tIns="0" lIns="0" bIns="0" rIns="0">
            <a:spAutoFit/>
          </a:bodyPr>
          <a:lstStyle/>
          <a:p>
            <a:pPr algn="l" marL="515779" indent="-257889" lvl="1">
              <a:lnSpc>
                <a:spcPts val="3419"/>
              </a:lnSpc>
              <a:buFont typeface="Arial"/>
              <a:buChar char="•"/>
            </a:pPr>
            <a:r>
              <a:rPr lang="en-US" sz="2850">
                <a:solidFill>
                  <a:srgbClr val="282828"/>
                </a:solidFill>
                <a:latin typeface="Trebuchet MS"/>
                <a:ea typeface="Trebuchet MS"/>
                <a:cs typeface="Trebuchet MS"/>
                <a:sym typeface="Trebuchet MS"/>
              </a:rPr>
              <a:t>Seasonal Agriculture Performance Analysis studies farm-level agricultural records across Kharif, Rabi and Zaid seasons. The analysis examines environmental conditions, farming practices, resource usage, production, profitability and irrigation. </a:t>
            </a:r>
          </a:p>
          <a:p>
            <a:pPr algn="l" marL="515779" indent="-257889" lvl="1">
              <a:lnSpc>
                <a:spcPts val="3419"/>
              </a:lnSpc>
            </a:pPr>
          </a:p>
          <a:p>
            <a:pPr algn="l" marL="515779" indent="-257889" lvl="1">
              <a:lnSpc>
                <a:spcPts val="3419"/>
              </a:lnSpc>
              <a:buFont typeface="Arial"/>
              <a:buChar char="•"/>
            </a:pPr>
            <a:r>
              <a:rPr lang="en-US" sz="2850">
                <a:solidFill>
                  <a:srgbClr val="282828"/>
                </a:solidFill>
                <a:latin typeface="Trebuchet MS"/>
                <a:ea typeface="Trebuchet MS"/>
                <a:cs typeface="Trebuchet MS"/>
                <a:sym typeface="Trebuchet MS"/>
              </a:rPr>
              <a:t>The notebook performs data exploration and cleaning, descriptive statistics, univariate, bivariate and multivariate analysis, outlier review, seasonal comparisons, group comparisons and a Kruskal-Wallis test. The purpose is to understand how agricultural performance changes across seasons and to communicate evidence-based findings.</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4791360">
            <a:off x="9738484" y="5138738"/>
            <a:ext cx="10464870" cy="0"/>
          </a:xfrm>
          <a:prstGeom prst="line">
            <a:avLst/>
          </a:prstGeom>
          <a:ln cap="rnd" w="9525">
            <a:solidFill>
              <a:srgbClr val="5FCBEF"/>
            </a:solidFill>
            <a:prstDash val="solid"/>
            <a:headEnd type="none" len="sm" w="sm"/>
            <a:tailEnd type="none" len="sm" w="sm"/>
          </a:ln>
        </p:spPr>
      </p:sp>
      <p:sp>
        <p:nvSpPr>
          <p:cNvPr name="AutoShape 3" id="3"/>
          <p:cNvSpPr/>
          <p:nvPr/>
        </p:nvSpPr>
        <p:spPr>
          <a:xfrm rot="8776560">
            <a:off x="10406482" y="7899797"/>
            <a:ext cx="8608171" cy="0"/>
          </a:xfrm>
          <a:prstGeom prst="line">
            <a:avLst/>
          </a:prstGeom>
          <a:ln cap="rnd" w="9525">
            <a:solidFill>
              <a:srgbClr val="5FCBEF"/>
            </a:solidFill>
            <a:prstDash val="solid"/>
            <a:headEnd type="none" len="sm" w="sm"/>
            <a:tailEnd type="none" len="sm" w="sm"/>
          </a:ln>
        </p:spPr>
      </p:sp>
      <p:grpSp>
        <p:nvGrpSpPr>
          <p:cNvPr name="Group 4" id="4"/>
          <p:cNvGrpSpPr/>
          <p:nvPr/>
        </p:nvGrpSpPr>
        <p:grpSpPr>
          <a:xfrm rot="0">
            <a:off x="13772217" y="-12697"/>
            <a:ext cx="4511021" cy="10299697"/>
            <a:chOff x="0" y="0"/>
            <a:chExt cx="6014695" cy="13732929"/>
          </a:xfrm>
        </p:grpSpPr>
        <p:sp>
          <p:nvSpPr>
            <p:cNvPr name="Freeform 5" id="5"/>
            <p:cNvSpPr/>
            <p:nvPr/>
          </p:nvSpPr>
          <p:spPr>
            <a:xfrm flipH="false" flipV="false" rot="0">
              <a:off x="0" y="0"/>
              <a:ext cx="6014720" cy="13732890"/>
            </a:xfrm>
            <a:custGeom>
              <a:avLst/>
              <a:gdLst/>
              <a:ahLst/>
              <a:cxnLst/>
              <a:rect r="r" b="b" t="t" l="l"/>
              <a:pathLst>
                <a:path h="13732890" w="6014720">
                  <a:moveTo>
                    <a:pt x="4091051" y="0"/>
                  </a:moveTo>
                  <a:lnTo>
                    <a:pt x="6014720" y="0"/>
                  </a:lnTo>
                  <a:lnTo>
                    <a:pt x="6014720" y="13732890"/>
                  </a:lnTo>
                  <a:lnTo>
                    <a:pt x="0" y="13732890"/>
                  </a:lnTo>
                  <a:lnTo>
                    <a:pt x="4091051" y="0"/>
                  </a:lnTo>
                  <a:close/>
                </a:path>
              </a:pathLst>
            </a:custGeom>
            <a:solidFill>
              <a:srgbClr val="5FCBEF">
                <a:alpha val="12941"/>
              </a:srgbClr>
            </a:solidFill>
          </p:spPr>
        </p:sp>
      </p:grpSp>
      <p:grpSp>
        <p:nvGrpSpPr>
          <p:cNvPr name="Group 6" id="6"/>
          <p:cNvGrpSpPr/>
          <p:nvPr/>
        </p:nvGrpSpPr>
        <p:grpSpPr>
          <a:xfrm rot="0">
            <a:off x="14405162" y="-12697"/>
            <a:ext cx="3882838" cy="10299697"/>
            <a:chOff x="0" y="0"/>
            <a:chExt cx="5177117" cy="13732929"/>
          </a:xfrm>
        </p:grpSpPr>
        <p:sp>
          <p:nvSpPr>
            <p:cNvPr name="Freeform 7" id="7"/>
            <p:cNvSpPr/>
            <p:nvPr/>
          </p:nvSpPr>
          <p:spPr>
            <a:xfrm flipH="false" flipV="false" rot="0">
              <a:off x="0" y="0"/>
              <a:ext cx="5177155" cy="13732890"/>
            </a:xfrm>
            <a:custGeom>
              <a:avLst/>
              <a:gdLst/>
              <a:ahLst/>
              <a:cxnLst/>
              <a:rect r="r" b="b" t="t" l="l"/>
              <a:pathLst>
                <a:path h="13732890" w="5177155">
                  <a:moveTo>
                    <a:pt x="0" y="0"/>
                  </a:moveTo>
                  <a:lnTo>
                    <a:pt x="5177155" y="0"/>
                  </a:lnTo>
                  <a:lnTo>
                    <a:pt x="5177155" y="13732890"/>
                  </a:lnTo>
                  <a:lnTo>
                    <a:pt x="2418969" y="13732890"/>
                  </a:lnTo>
                  <a:lnTo>
                    <a:pt x="0" y="0"/>
                  </a:lnTo>
                  <a:close/>
                </a:path>
              </a:pathLst>
            </a:custGeom>
            <a:solidFill>
              <a:srgbClr val="5FCBEF">
                <a:alpha val="3922"/>
              </a:srgbClr>
            </a:solidFill>
          </p:spPr>
        </p:sp>
      </p:grpSp>
      <p:grpSp>
        <p:nvGrpSpPr>
          <p:cNvPr name="Group 8" id="8"/>
          <p:cNvGrpSpPr/>
          <p:nvPr/>
        </p:nvGrpSpPr>
        <p:grpSpPr>
          <a:xfrm rot="0">
            <a:off x="13398503" y="4572000"/>
            <a:ext cx="4889497" cy="5715000"/>
            <a:chOff x="0" y="0"/>
            <a:chExt cx="6519329" cy="7620000"/>
          </a:xfrm>
        </p:grpSpPr>
        <p:sp>
          <p:nvSpPr>
            <p:cNvPr name="Freeform 9" id="9"/>
            <p:cNvSpPr/>
            <p:nvPr/>
          </p:nvSpPr>
          <p:spPr>
            <a:xfrm flipH="false" flipV="false" rot="0">
              <a:off x="0" y="0"/>
              <a:ext cx="6519291" cy="7620000"/>
            </a:xfrm>
            <a:custGeom>
              <a:avLst/>
              <a:gdLst/>
              <a:ahLst/>
              <a:cxnLst/>
              <a:rect r="r" b="b" t="t" l="l"/>
              <a:pathLst>
                <a:path h="7620000" w="6519291">
                  <a:moveTo>
                    <a:pt x="0" y="7620000"/>
                  </a:moveTo>
                  <a:lnTo>
                    <a:pt x="6519291" y="0"/>
                  </a:lnTo>
                  <a:lnTo>
                    <a:pt x="6519291" y="7620000"/>
                  </a:lnTo>
                  <a:close/>
                </a:path>
              </a:pathLst>
            </a:custGeom>
            <a:solidFill>
              <a:srgbClr val="17B0E4">
                <a:alpha val="43529"/>
              </a:srgbClr>
            </a:solidFill>
          </p:spPr>
        </p:sp>
      </p:grpSp>
      <p:grpSp>
        <p:nvGrpSpPr>
          <p:cNvPr name="Group 10" id="10"/>
          <p:cNvGrpSpPr/>
          <p:nvPr/>
        </p:nvGrpSpPr>
        <p:grpSpPr>
          <a:xfrm rot="0">
            <a:off x="14001750" y="-12697"/>
            <a:ext cx="4281488" cy="10299697"/>
            <a:chOff x="0" y="0"/>
            <a:chExt cx="5708650" cy="13732929"/>
          </a:xfrm>
        </p:grpSpPr>
        <p:sp>
          <p:nvSpPr>
            <p:cNvPr name="Freeform 11" id="11"/>
            <p:cNvSpPr/>
            <p:nvPr/>
          </p:nvSpPr>
          <p:spPr>
            <a:xfrm flipH="false" flipV="false" rot="0">
              <a:off x="0" y="0"/>
              <a:ext cx="5708650" cy="13732890"/>
            </a:xfrm>
            <a:custGeom>
              <a:avLst/>
              <a:gdLst/>
              <a:ahLst/>
              <a:cxnLst/>
              <a:rect r="r" b="b" t="t" l="l"/>
              <a:pathLst>
                <a:path h="13732890" w="5708650">
                  <a:moveTo>
                    <a:pt x="0" y="0"/>
                  </a:moveTo>
                  <a:lnTo>
                    <a:pt x="5708650" y="0"/>
                  </a:lnTo>
                  <a:lnTo>
                    <a:pt x="5708650" y="13732890"/>
                  </a:lnTo>
                  <a:lnTo>
                    <a:pt x="4941443" y="13732890"/>
                  </a:lnTo>
                  <a:lnTo>
                    <a:pt x="0" y="0"/>
                  </a:lnTo>
                  <a:close/>
                </a:path>
              </a:pathLst>
            </a:custGeom>
            <a:solidFill>
              <a:srgbClr val="17B0E4">
                <a:alpha val="24706"/>
              </a:srgbClr>
            </a:solidFill>
          </p:spPr>
        </p:sp>
      </p:grpSp>
      <p:grpSp>
        <p:nvGrpSpPr>
          <p:cNvPr name="Group 12" id="12"/>
          <p:cNvGrpSpPr/>
          <p:nvPr/>
        </p:nvGrpSpPr>
        <p:grpSpPr>
          <a:xfrm rot="0">
            <a:off x="16348091" y="-12697"/>
            <a:ext cx="1935137" cy="10299697"/>
            <a:chOff x="0" y="0"/>
            <a:chExt cx="2580183" cy="13732929"/>
          </a:xfrm>
        </p:grpSpPr>
        <p:sp>
          <p:nvSpPr>
            <p:cNvPr name="Freeform 13" id="13"/>
            <p:cNvSpPr/>
            <p:nvPr/>
          </p:nvSpPr>
          <p:spPr>
            <a:xfrm flipH="false" flipV="false" rot="0">
              <a:off x="0" y="0"/>
              <a:ext cx="2580259" cy="13732890"/>
            </a:xfrm>
            <a:custGeom>
              <a:avLst/>
              <a:gdLst/>
              <a:ahLst/>
              <a:cxnLst/>
              <a:rect r="r" b="b" t="t" l="l"/>
              <a:pathLst>
                <a:path h="13732890" w="2580259">
                  <a:moveTo>
                    <a:pt x="2039493" y="0"/>
                  </a:moveTo>
                  <a:lnTo>
                    <a:pt x="2580259" y="0"/>
                  </a:lnTo>
                  <a:lnTo>
                    <a:pt x="2580259" y="13732890"/>
                  </a:lnTo>
                  <a:lnTo>
                    <a:pt x="0" y="13732890"/>
                  </a:lnTo>
                  <a:lnTo>
                    <a:pt x="2039493" y="0"/>
                  </a:lnTo>
                  <a:close/>
                </a:path>
              </a:pathLst>
            </a:custGeom>
            <a:solidFill>
              <a:srgbClr val="2E83C3">
                <a:alpha val="48627"/>
              </a:srgbClr>
            </a:solidFill>
          </p:spPr>
        </p:sp>
      </p:grpSp>
      <p:grpSp>
        <p:nvGrpSpPr>
          <p:cNvPr name="Group 14" id="14"/>
          <p:cNvGrpSpPr/>
          <p:nvPr/>
        </p:nvGrpSpPr>
        <p:grpSpPr>
          <a:xfrm rot="0">
            <a:off x="16408498" y="-12697"/>
            <a:ext cx="1874739" cy="10299697"/>
            <a:chOff x="0" y="0"/>
            <a:chExt cx="2499652" cy="13732929"/>
          </a:xfrm>
        </p:grpSpPr>
        <p:sp>
          <p:nvSpPr>
            <p:cNvPr name="Freeform 15" id="15"/>
            <p:cNvSpPr/>
            <p:nvPr/>
          </p:nvSpPr>
          <p:spPr>
            <a:xfrm flipH="false" flipV="false" rot="0">
              <a:off x="0" y="0"/>
              <a:ext cx="2499614" cy="13732890"/>
            </a:xfrm>
            <a:custGeom>
              <a:avLst/>
              <a:gdLst/>
              <a:ahLst/>
              <a:cxnLst/>
              <a:rect r="r" b="b" t="t" l="l"/>
              <a:pathLst>
                <a:path h="13732890" w="2499614">
                  <a:moveTo>
                    <a:pt x="0" y="0"/>
                  </a:moveTo>
                  <a:lnTo>
                    <a:pt x="2499614" y="0"/>
                  </a:lnTo>
                  <a:lnTo>
                    <a:pt x="2499614" y="13732890"/>
                  </a:lnTo>
                  <a:lnTo>
                    <a:pt x="2218817" y="13732890"/>
                  </a:lnTo>
                  <a:lnTo>
                    <a:pt x="0" y="0"/>
                  </a:lnTo>
                  <a:close/>
                </a:path>
              </a:pathLst>
            </a:custGeom>
            <a:solidFill>
              <a:srgbClr val="236292">
                <a:alpha val="63922"/>
              </a:srgbClr>
            </a:solidFill>
          </p:spPr>
        </p:sp>
      </p:grpSp>
      <p:grpSp>
        <p:nvGrpSpPr>
          <p:cNvPr name="Group 16" id="16"/>
          <p:cNvGrpSpPr/>
          <p:nvPr/>
        </p:nvGrpSpPr>
        <p:grpSpPr>
          <a:xfrm rot="0">
            <a:off x="15557497" y="5384797"/>
            <a:ext cx="2725741" cy="4902203"/>
            <a:chOff x="0" y="0"/>
            <a:chExt cx="3634321" cy="6536271"/>
          </a:xfrm>
        </p:grpSpPr>
        <p:sp>
          <p:nvSpPr>
            <p:cNvPr name="Freeform 17" id="17"/>
            <p:cNvSpPr/>
            <p:nvPr/>
          </p:nvSpPr>
          <p:spPr>
            <a:xfrm flipH="false" flipV="false" rot="0">
              <a:off x="0" y="0"/>
              <a:ext cx="3634359" cy="6536309"/>
            </a:xfrm>
            <a:custGeom>
              <a:avLst/>
              <a:gdLst/>
              <a:ahLst/>
              <a:cxnLst/>
              <a:rect r="r" b="b" t="t" l="l"/>
              <a:pathLst>
                <a:path h="6536309" w="3634359">
                  <a:moveTo>
                    <a:pt x="0" y="6536309"/>
                  </a:moveTo>
                  <a:lnTo>
                    <a:pt x="3634359" y="0"/>
                  </a:lnTo>
                  <a:lnTo>
                    <a:pt x="3634359" y="6536309"/>
                  </a:lnTo>
                  <a:close/>
                </a:path>
              </a:pathLst>
            </a:custGeom>
            <a:solidFill>
              <a:srgbClr val="17B0E4">
                <a:alpha val="43529"/>
              </a:srgbClr>
            </a:solidFill>
          </p:spPr>
        </p:sp>
      </p:grpSp>
      <p:grpSp>
        <p:nvGrpSpPr>
          <p:cNvPr name="Group 18" id="18"/>
          <p:cNvGrpSpPr/>
          <p:nvPr/>
        </p:nvGrpSpPr>
        <p:grpSpPr>
          <a:xfrm rot="0">
            <a:off x="0" y="6019800"/>
            <a:ext cx="673103" cy="4267200"/>
            <a:chOff x="0" y="0"/>
            <a:chExt cx="897471" cy="5689600"/>
          </a:xfrm>
        </p:grpSpPr>
        <p:sp>
          <p:nvSpPr>
            <p:cNvPr name="Freeform 19" id="19"/>
            <p:cNvSpPr/>
            <p:nvPr/>
          </p:nvSpPr>
          <p:spPr>
            <a:xfrm flipH="false" flipV="false" rot="0">
              <a:off x="0" y="0"/>
              <a:ext cx="897509" cy="5689600"/>
            </a:xfrm>
            <a:custGeom>
              <a:avLst/>
              <a:gdLst/>
              <a:ahLst/>
              <a:cxnLst/>
              <a:rect r="r" b="b" t="t" l="l"/>
              <a:pathLst>
                <a:path h="5689600" w="897509">
                  <a:moveTo>
                    <a:pt x="0" y="5689600"/>
                  </a:moveTo>
                  <a:lnTo>
                    <a:pt x="0" y="0"/>
                  </a:lnTo>
                  <a:lnTo>
                    <a:pt x="897509" y="5689600"/>
                  </a:lnTo>
                  <a:close/>
                </a:path>
              </a:pathLst>
            </a:custGeom>
            <a:solidFill>
              <a:srgbClr val="5FCBEF">
                <a:alpha val="48627"/>
              </a:srgbClr>
            </a:solidFill>
          </p:spPr>
        </p:sp>
      </p:grpSp>
      <p:grpSp>
        <p:nvGrpSpPr>
          <p:cNvPr name="Group 20" id="20"/>
          <p:cNvGrpSpPr/>
          <p:nvPr/>
        </p:nvGrpSpPr>
        <p:grpSpPr>
          <a:xfrm rot="0">
            <a:off x="990590" y="9568358"/>
            <a:ext cx="4114800" cy="547688"/>
            <a:chOff x="0" y="0"/>
            <a:chExt cx="5486400" cy="730250"/>
          </a:xfrm>
        </p:grpSpPr>
        <p:sp>
          <p:nvSpPr>
            <p:cNvPr name="Freeform 21" id="21"/>
            <p:cNvSpPr/>
            <p:nvPr/>
          </p:nvSpPr>
          <p:spPr>
            <a:xfrm flipH="false" flipV="false" rot="0">
              <a:off x="0" y="0"/>
              <a:ext cx="5486400" cy="730250"/>
            </a:xfrm>
            <a:custGeom>
              <a:avLst/>
              <a:gdLst/>
              <a:ahLst/>
              <a:cxnLst/>
              <a:rect r="r" b="b" t="t" l="l"/>
              <a:pathLst>
                <a:path h="730250" w="5486400">
                  <a:moveTo>
                    <a:pt x="0" y="0"/>
                  </a:moveTo>
                  <a:lnTo>
                    <a:pt x="5486400" y="0"/>
                  </a:lnTo>
                  <a:lnTo>
                    <a:pt x="5486400" y="730250"/>
                  </a:lnTo>
                  <a:lnTo>
                    <a:pt x="0" y="730250"/>
                  </a:lnTo>
                  <a:close/>
                </a:path>
              </a:pathLst>
            </a:custGeom>
            <a:blipFill>
              <a:blip r:embed="rId2">
                <a:alphaModFix amt="0"/>
              </a:blip>
              <a:stretch>
                <a:fillRect l="0" t="-96391" r="0" b="-96391"/>
              </a:stretch>
            </a:blipFill>
          </p:spPr>
        </p:sp>
        <p:sp>
          <p:nvSpPr>
            <p:cNvPr name="TextBox 22" id="22"/>
            <p:cNvSpPr txBox="true"/>
            <p:nvPr/>
          </p:nvSpPr>
          <p:spPr>
            <a:xfrm>
              <a:off x="0" y="-9525"/>
              <a:ext cx="5486400" cy="739775"/>
            </a:xfrm>
            <a:prstGeom prst="rect">
              <a:avLst/>
            </a:prstGeom>
          </p:spPr>
          <p:txBody>
            <a:bodyPr anchor="ctr" rtlCol="false" tIns="0" lIns="0" bIns="0" rIns="0"/>
            <a:lstStyle/>
            <a:p>
              <a:pPr algn="l">
                <a:lnSpc>
                  <a:spcPts val="1980"/>
                </a:lnSpc>
              </a:pPr>
              <a:r>
                <a:rPr lang="en-US" sz="1650">
                  <a:solidFill>
                    <a:srgbClr val="2E83C3"/>
                  </a:solidFill>
                  <a:latin typeface="Trebuchet MS"/>
                  <a:ea typeface="Trebuchet MS"/>
                  <a:cs typeface="Trebuchet MS"/>
                  <a:sym typeface="Trebuchet MS"/>
                </a:rPr>
                <a:t>9/8/2026</a:t>
              </a:r>
            </a:p>
          </p:txBody>
        </p:sp>
      </p:grpSp>
      <p:grpSp>
        <p:nvGrpSpPr>
          <p:cNvPr name="Group 23" id="23"/>
          <p:cNvGrpSpPr/>
          <p:nvPr/>
        </p:nvGrpSpPr>
        <p:grpSpPr>
          <a:xfrm rot="0">
            <a:off x="2168290" y="9568358"/>
            <a:ext cx="6172200" cy="547688"/>
            <a:chOff x="0" y="0"/>
            <a:chExt cx="8229600" cy="730250"/>
          </a:xfrm>
        </p:grpSpPr>
        <p:sp>
          <p:nvSpPr>
            <p:cNvPr name="Freeform 24" id="24"/>
            <p:cNvSpPr/>
            <p:nvPr/>
          </p:nvSpPr>
          <p:spPr>
            <a:xfrm flipH="false" flipV="false" rot="0">
              <a:off x="0" y="0"/>
              <a:ext cx="8229600" cy="730250"/>
            </a:xfrm>
            <a:custGeom>
              <a:avLst/>
              <a:gdLst/>
              <a:ahLst/>
              <a:cxnLst/>
              <a:rect r="r" b="b" t="t" l="l"/>
              <a:pathLst>
                <a:path h="730250" w="8229600">
                  <a:moveTo>
                    <a:pt x="0" y="0"/>
                  </a:moveTo>
                  <a:lnTo>
                    <a:pt x="8229600" y="0"/>
                  </a:lnTo>
                  <a:lnTo>
                    <a:pt x="8229600" y="730250"/>
                  </a:lnTo>
                  <a:lnTo>
                    <a:pt x="0" y="730250"/>
                  </a:lnTo>
                  <a:close/>
                </a:path>
              </a:pathLst>
            </a:custGeom>
            <a:blipFill>
              <a:blip r:embed="rId2">
                <a:alphaModFix amt="0"/>
              </a:blip>
              <a:stretch>
                <a:fillRect l="0" t="-169587" r="0" b="-169587"/>
              </a:stretch>
            </a:blipFill>
          </p:spPr>
        </p:sp>
        <p:sp>
          <p:nvSpPr>
            <p:cNvPr name="TextBox 25" id="25"/>
            <p:cNvSpPr txBox="true"/>
            <p:nvPr/>
          </p:nvSpPr>
          <p:spPr>
            <a:xfrm>
              <a:off x="0" y="-9525"/>
              <a:ext cx="8229600" cy="739775"/>
            </a:xfrm>
            <a:prstGeom prst="rect">
              <a:avLst/>
            </a:prstGeom>
          </p:spPr>
          <p:txBody>
            <a:bodyPr anchor="ctr" rtlCol="false" tIns="0" lIns="0" bIns="0" rIns="0"/>
            <a:lstStyle/>
            <a:p>
              <a:pPr algn="l">
                <a:lnSpc>
                  <a:spcPts val="1980"/>
                </a:lnSpc>
              </a:pPr>
              <a:r>
                <a:rPr lang="en-US" sz="1650" b="true">
                  <a:solidFill>
                    <a:srgbClr val="2E83C3"/>
                  </a:solidFill>
                  <a:latin typeface="Trebuchet MS Bold"/>
                  <a:ea typeface="Trebuchet MS Bold"/>
                  <a:cs typeface="Trebuchet MS Bold"/>
                  <a:sym typeface="Trebuchet MS Bold"/>
                </a:rPr>
                <a:t>Annual Review</a:t>
              </a:r>
            </a:p>
          </p:txBody>
        </p:sp>
      </p:grpSp>
      <p:grpSp>
        <p:nvGrpSpPr>
          <p:cNvPr name="Group 26" id="26"/>
          <p:cNvGrpSpPr/>
          <p:nvPr/>
        </p:nvGrpSpPr>
        <p:grpSpPr>
          <a:xfrm rot="0">
            <a:off x="13208003" y="9568358"/>
            <a:ext cx="4114800" cy="547688"/>
            <a:chOff x="0" y="0"/>
            <a:chExt cx="5486400" cy="730250"/>
          </a:xfrm>
        </p:grpSpPr>
        <p:sp>
          <p:nvSpPr>
            <p:cNvPr name="Freeform 27" id="27"/>
            <p:cNvSpPr/>
            <p:nvPr/>
          </p:nvSpPr>
          <p:spPr>
            <a:xfrm flipH="false" flipV="false" rot="0">
              <a:off x="0" y="0"/>
              <a:ext cx="5486400" cy="730250"/>
            </a:xfrm>
            <a:custGeom>
              <a:avLst/>
              <a:gdLst/>
              <a:ahLst/>
              <a:cxnLst/>
              <a:rect r="r" b="b" t="t" l="l"/>
              <a:pathLst>
                <a:path h="730250" w="5486400">
                  <a:moveTo>
                    <a:pt x="0" y="0"/>
                  </a:moveTo>
                  <a:lnTo>
                    <a:pt x="5486400" y="0"/>
                  </a:lnTo>
                  <a:lnTo>
                    <a:pt x="5486400" y="730250"/>
                  </a:lnTo>
                  <a:lnTo>
                    <a:pt x="0" y="730250"/>
                  </a:lnTo>
                  <a:close/>
                </a:path>
              </a:pathLst>
            </a:custGeom>
            <a:blipFill>
              <a:blip r:embed="rId2">
                <a:alphaModFix amt="0"/>
              </a:blip>
              <a:stretch>
                <a:fillRect l="0" t="-96391" r="0" b="-96391"/>
              </a:stretch>
            </a:blipFill>
          </p:spPr>
        </p:sp>
        <p:sp>
          <p:nvSpPr>
            <p:cNvPr name="TextBox 28" id="28"/>
            <p:cNvSpPr txBox="true"/>
            <p:nvPr/>
          </p:nvSpPr>
          <p:spPr>
            <a:xfrm>
              <a:off x="0" y="-9525"/>
              <a:ext cx="5486400" cy="739775"/>
            </a:xfrm>
            <a:prstGeom prst="rect">
              <a:avLst/>
            </a:prstGeom>
          </p:spPr>
          <p:txBody>
            <a:bodyPr anchor="ctr" rtlCol="false" tIns="0" lIns="0" bIns="0" rIns="0"/>
            <a:lstStyle/>
            <a:p>
              <a:pPr algn="r">
                <a:lnSpc>
                  <a:spcPts val="1980"/>
                </a:lnSpc>
              </a:pPr>
              <a:r>
                <a:rPr lang="en-US" sz="1650">
                  <a:solidFill>
                    <a:srgbClr val="2E946B"/>
                  </a:solidFill>
                  <a:latin typeface="Trebuchet MS"/>
                  <a:ea typeface="Trebuchet MS"/>
                  <a:cs typeface="Trebuchet MS"/>
                  <a:sym typeface="Trebuchet MS"/>
                </a:rPr>
                <a:t>‹#›</a:t>
              </a:r>
            </a:p>
          </p:txBody>
        </p:sp>
      </p:grpSp>
      <p:grpSp>
        <p:nvGrpSpPr>
          <p:cNvPr name="Group 29" id="29"/>
          <p:cNvGrpSpPr/>
          <p:nvPr/>
        </p:nvGrpSpPr>
        <p:grpSpPr>
          <a:xfrm rot="0">
            <a:off x="14031687" y="8045977"/>
            <a:ext cx="685800" cy="685800"/>
            <a:chOff x="0" y="0"/>
            <a:chExt cx="914400" cy="914400"/>
          </a:xfrm>
        </p:grpSpPr>
        <p:sp>
          <p:nvSpPr>
            <p:cNvPr name="Freeform 30" id="30"/>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solidFill>
              <a:srgbClr val="42B051"/>
            </a:solidFill>
          </p:spPr>
        </p:sp>
      </p:grpSp>
      <p:grpSp>
        <p:nvGrpSpPr>
          <p:cNvPr name="Group 31" id="31"/>
          <p:cNvGrpSpPr/>
          <p:nvPr/>
        </p:nvGrpSpPr>
        <p:grpSpPr>
          <a:xfrm rot="0">
            <a:off x="10039188" y="2549833"/>
            <a:ext cx="479622" cy="479622"/>
            <a:chOff x="0" y="0"/>
            <a:chExt cx="639496" cy="639496"/>
          </a:xfrm>
        </p:grpSpPr>
        <p:sp>
          <p:nvSpPr>
            <p:cNvPr name="Freeform 32" id="32"/>
            <p:cNvSpPr/>
            <p:nvPr/>
          </p:nvSpPr>
          <p:spPr>
            <a:xfrm flipH="false" flipV="false" rot="0">
              <a:off x="0" y="0"/>
              <a:ext cx="639445" cy="639445"/>
            </a:xfrm>
            <a:custGeom>
              <a:avLst/>
              <a:gdLst/>
              <a:ahLst/>
              <a:cxnLst/>
              <a:rect r="r" b="b" t="t" l="l"/>
              <a:pathLst>
                <a:path h="639445" w="639445">
                  <a:moveTo>
                    <a:pt x="0" y="0"/>
                  </a:moveTo>
                  <a:lnTo>
                    <a:pt x="639445" y="0"/>
                  </a:lnTo>
                  <a:lnTo>
                    <a:pt x="639445" y="639445"/>
                  </a:lnTo>
                  <a:lnTo>
                    <a:pt x="0" y="639445"/>
                  </a:lnTo>
                  <a:close/>
                </a:path>
              </a:pathLst>
            </a:custGeom>
            <a:solidFill>
              <a:srgbClr val="2E83C3"/>
            </a:solidFill>
          </p:spPr>
        </p:sp>
      </p:grpSp>
      <p:grpSp>
        <p:nvGrpSpPr>
          <p:cNvPr name="Group 33" id="33"/>
          <p:cNvGrpSpPr/>
          <p:nvPr/>
        </p:nvGrpSpPr>
        <p:grpSpPr>
          <a:xfrm rot="0">
            <a:off x="14031687" y="8846610"/>
            <a:ext cx="269967" cy="269967"/>
            <a:chOff x="0" y="0"/>
            <a:chExt cx="359956" cy="359956"/>
          </a:xfrm>
        </p:grpSpPr>
        <p:sp>
          <p:nvSpPr>
            <p:cNvPr name="Freeform 34" id="34"/>
            <p:cNvSpPr/>
            <p:nvPr/>
          </p:nvSpPr>
          <p:spPr>
            <a:xfrm flipH="false" flipV="false" rot="0">
              <a:off x="0" y="0"/>
              <a:ext cx="359918" cy="359918"/>
            </a:xfrm>
            <a:custGeom>
              <a:avLst/>
              <a:gdLst/>
              <a:ahLst/>
              <a:cxnLst/>
              <a:rect r="r" b="b" t="t" l="l"/>
              <a:pathLst>
                <a:path h="359918" w="359918">
                  <a:moveTo>
                    <a:pt x="0" y="0"/>
                  </a:moveTo>
                  <a:lnTo>
                    <a:pt x="359918" y="0"/>
                  </a:lnTo>
                  <a:lnTo>
                    <a:pt x="359918" y="359918"/>
                  </a:lnTo>
                  <a:lnTo>
                    <a:pt x="0" y="359918"/>
                  </a:lnTo>
                  <a:close/>
                </a:path>
              </a:pathLst>
            </a:custGeom>
            <a:solidFill>
              <a:srgbClr val="2E946B"/>
            </a:solidFill>
          </p:spPr>
        </p:sp>
      </p:grpSp>
      <p:sp>
        <p:nvSpPr>
          <p:cNvPr name="TextBox 35" id="35"/>
          <p:cNvSpPr txBox="true"/>
          <p:nvPr/>
        </p:nvSpPr>
        <p:spPr>
          <a:xfrm rot="0">
            <a:off x="1173480" y="1622698"/>
            <a:ext cx="14886222" cy="1122045"/>
          </a:xfrm>
          <a:prstGeom prst="rect">
            <a:avLst/>
          </a:prstGeom>
        </p:spPr>
        <p:txBody>
          <a:bodyPr anchor="t" rtlCol="false" tIns="0" lIns="0" bIns="0" rIns="0">
            <a:spAutoFit/>
          </a:bodyPr>
          <a:lstStyle/>
          <a:p>
            <a:pPr algn="l">
              <a:lnSpc>
                <a:spcPts val="5759"/>
              </a:lnSpc>
            </a:pPr>
            <a:r>
              <a:rPr lang="en-US" sz="4800" b="true">
                <a:solidFill>
                  <a:srgbClr val="000000"/>
                </a:solidFill>
                <a:latin typeface="Trebuchet MS Bold"/>
                <a:ea typeface="Trebuchet MS Bold"/>
                <a:cs typeface="Trebuchet MS Bold"/>
                <a:sym typeface="Trebuchet MS Bold"/>
              </a:rPr>
              <a:t>WHO ARE THE END USERS?</a:t>
            </a:r>
          </a:p>
        </p:txBody>
      </p:sp>
      <p:grpSp>
        <p:nvGrpSpPr>
          <p:cNvPr name="Group 36" id="36"/>
          <p:cNvGrpSpPr/>
          <p:nvPr/>
        </p:nvGrpSpPr>
        <p:grpSpPr>
          <a:xfrm rot="0">
            <a:off x="1082040" y="9265206"/>
            <a:ext cx="3271838" cy="728662"/>
            <a:chOff x="0" y="0"/>
            <a:chExt cx="4362450" cy="971550"/>
          </a:xfrm>
        </p:grpSpPr>
        <p:sp>
          <p:nvSpPr>
            <p:cNvPr name="Freeform 37" id="37"/>
            <p:cNvSpPr/>
            <p:nvPr/>
          </p:nvSpPr>
          <p:spPr>
            <a:xfrm flipH="false" flipV="false" rot="0">
              <a:off x="0" y="0"/>
              <a:ext cx="4362450" cy="971550"/>
            </a:xfrm>
            <a:custGeom>
              <a:avLst/>
              <a:gdLst/>
              <a:ahLst/>
              <a:cxnLst/>
              <a:rect r="r" b="b" t="t" l="l"/>
              <a:pathLst>
                <a:path h="971550" w="4362450">
                  <a:moveTo>
                    <a:pt x="0" y="0"/>
                  </a:moveTo>
                  <a:lnTo>
                    <a:pt x="4362450" y="0"/>
                  </a:lnTo>
                  <a:lnTo>
                    <a:pt x="4362450" y="971550"/>
                  </a:lnTo>
                  <a:lnTo>
                    <a:pt x="0" y="971550"/>
                  </a:lnTo>
                  <a:lnTo>
                    <a:pt x="0" y="0"/>
                  </a:lnTo>
                  <a:close/>
                </a:path>
              </a:pathLst>
            </a:custGeom>
            <a:blipFill>
              <a:blip r:embed="rId3"/>
              <a:stretch>
                <a:fillRect l="0" t="0" r="0" b="0"/>
              </a:stretch>
            </a:blipFill>
          </p:spPr>
        </p:sp>
      </p:grpSp>
      <p:sp>
        <p:nvSpPr>
          <p:cNvPr name="TextBox 38" id="38"/>
          <p:cNvSpPr txBox="true"/>
          <p:nvPr/>
        </p:nvSpPr>
        <p:spPr>
          <a:xfrm rot="0">
            <a:off x="1273912" y="2964085"/>
            <a:ext cx="11000232" cy="4971593"/>
          </a:xfrm>
          <a:prstGeom prst="rect">
            <a:avLst/>
          </a:prstGeom>
        </p:spPr>
        <p:txBody>
          <a:bodyPr anchor="t" rtlCol="false" tIns="0" lIns="0" bIns="0" rIns="0">
            <a:spAutoFit/>
          </a:bodyPr>
          <a:lstStyle/>
          <a:p>
            <a:pPr algn="l" marL="515779" indent="-257889" lvl="1">
              <a:lnSpc>
                <a:spcPts val="3419"/>
              </a:lnSpc>
              <a:buFont typeface="Arial"/>
              <a:buChar char="•"/>
            </a:pPr>
            <a:r>
              <a:rPr lang="en-US" sz="2850">
                <a:solidFill>
                  <a:srgbClr val="232323"/>
                </a:solidFill>
                <a:latin typeface="Trebuchet MS"/>
                <a:ea typeface="Trebuchet MS"/>
                <a:cs typeface="Trebuchet MS"/>
                <a:sym typeface="Trebuchet MS"/>
              </a:rPr>
              <a:t>Farmers and farm managers – for comparing seasonal performance.</a:t>
            </a:r>
          </a:p>
          <a:p>
            <a:pPr algn="l" marL="515779" indent="-257889" lvl="1">
              <a:lnSpc>
                <a:spcPts val="3419"/>
              </a:lnSpc>
              <a:buFont typeface="Arial"/>
              <a:buChar char="•"/>
            </a:pPr>
            <a:r>
              <a:rPr lang="en-US" sz="2850">
                <a:solidFill>
                  <a:srgbClr val="232323"/>
                </a:solidFill>
                <a:latin typeface="Trebuchet MS"/>
                <a:ea typeface="Trebuchet MS"/>
                <a:cs typeface="Trebuchet MS"/>
                <a:sym typeface="Trebuchet MS"/>
              </a:rPr>
              <a:t>Agricultural analysts and planners – for identifying seasonal patterns and differences.</a:t>
            </a:r>
          </a:p>
          <a:p>
            <a:pPr algn="l" marL="515779" indent="-257889" lvl="1">
              <a:lnSpc>
                <a:spcPts val="3419"/>
              </a:lnSpc>
              <a:buFont typeface="Arial"/>
              <a:buChar char="•"/>
            </a:pPr>
            <a:r>
              <a:rPr lang="en-US" sz="2850">
                <a:solidFill>
                  <a:srgbClr val="232323"/>
                </a:solidFill>
                <a:latin typeface="Trebuchet MS"/>
                <a:ea typeface="Trebuchet MS"/>
                <a:cs typeface="Trebuchet MS"/>
                <a:sym typeface="Trebuchet MS"/>
              </a:rPr>
              <a:t>Irrigation and resource managers – for reviewing water use and efficiency.</a:t>
            </a:r>
          </a:p>
          <a:p>
            <a:pPr algn="l" marL="515779" indent="-257889" lvl="1">
              <a:lnSpc>
                <a:spcPts val="3419"/>
              </a:lnSpc>
              <a:buFont typeface="Arial"/>
              <a:buChar char="•"/>
            </a:pPr>
            <a:r>
              <a:rPr lang="en-US" sz="2850">
                <a:solidFill>
                  <a:srgbClr val="232323"/>
                </a:solidFill>
                <a:latin typeface="Trebuchet MS"/>
                <a:ea typeface="Trebuchet MS"/>
                <a:cs typeface="Trebuchet MS"/>
                <a:sym typeface="Trebuchet MS"/>
              </a:rPr>
              <a:t>Agricultural researchers and students – for evidence-based seasonal analysis.</a:t>
            </a:r>
          </a:p>
          <a:p>
            <a:pPr algn="l" marL="515779" indent="-257889" lvl="1">
              <a:lnSpc>
                <a:spcPts val="3419"/>
              </a:lnSpc>
              <a:buFont typeface="Arial"/>
              <a:buChar char="•"/>
            </a:pPr>
            <a:r>
              <a:rPr lang="en-US" sz="2850">
                <a:solidFill>
                  <a:srgbClr val="232323"/>
                </a:solidFill>
                <a:latin typeface="Trebuchet MS"/>
                <a:ea typeface="Trebuchet MS"/>
                <a:cs typeface="Trebuchet MS"/>
                <a:sym typeface="Trebuchet MS"/>
              </a:rPr>
              <a:t>Decision-makers – for using data-driven seasonal insights in planning.</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F2F2F2"/>
        </a:solidFill>
      </p:bgPr>
    </p:bg>
    <p:spTree>
      <p:nvGrpSpPr>
        <p:cNvPr id="1" name=""/>
        <p:cNvGrpSpPr/>
        <p:nvPr/>
      </p:nvGrpSpPr>
      <p:grpSpPr>
        <a:xfrm>
          <a:off x="0" y="0"/>
          <a:ext cx="0" cy="0"/>
          <a:chOff x="0" y="0"/>
          <a:chExt cx="0" cy="0"/>
        </a:xfrm>
      </p:grpSpPr>
      <p:sp>
        <p:nvSpPr>
          <p:cNvPr name="AutoShape 2" id="2"/>
          <p:cNvSpPr/>
          <p:nvPr/>
        </p:nvSpPr>
        <p:spPr>
          <a:xfrm rot="4791360">
            <a:off x="9738484" y="5138738"/>
            <a:ext cx="10464870" cy="0"/>
          </a:xfrm>
          <a:prstGeom prst="line">
            <a:avLst/>
          </a:prstGeom>
          <a:ln cap="rnd" w="9525">
            <a:solidFill>
              <a:srgbClr val="5FCBEF"/>
            </a:solidFill>
            <a:prstDash val="solid"/>
            <a:headEnd type="none" len="sm" w="sm"/>
            <a:tailEnd type="none" len="sm" w="sm"/>
          </a:ln>
        </p:spPr>
      </p:sp>
      <p:sp>
        <p:nvSpPr>
          <p:cNvPr name="AutoShape 3" id="3"/>
          <p:cNvSpPr/>
          <p:nvPr/>
        </p:nvSpPr>
        <p:spPr>
          <a:xfrm rot="8776560">
            <a:off x="10406482" y="7899797"/>
            <a:ext cx="8608171" cy="0"/>
          </a:xfrm>
          <a:prstGeom prst="line">
            <a:avLst/>
          </a:prstGeom>
          <a:ln cap="rnd" w="9525">
            <a:solidFill>
              <a:srgbClr val="5FCBEF"/>
            </a:solidFill>
            <a:prstDash val="solid"/>
            <a:headEnd type="none" len="sm" w="sm"/>
            <a:tailEnd type="none" len="sm" w="sm"/>
          </a:ln>
        </p:spPr>
      </p:sp>
      <p:grpSp>
        <p:nvGrpSpPr>
          <p:cNvPr name="Group 4" id="4"/>
          <p:cNvGrpSpPr/>
          <p:nvPr/>
        </p:nvGrpSpPr>
        <p:grpSpPr>
          <a:xfrm rot="0">
            <a:off x="13772217" y="-12697"/>
            <a:ext cx="4511021" cy="10299697"/>
            <a:chOff x="0" y="0"/>
            <a:chExt cx="6014695" cy="13732929"/>
          </a:xfrm>
        </p:grpSpPr>
        <p:sp>
          <p:nvSpPr>
            <p:cNvPr name="Freeform 5" id="5"/>
            <p:cNvSpPr/>
            <p:nvPr/>
          </p:nvSpPr>
          <p:spPr>
            <a:xfrm flipH="false" flipV="false" rot="0">
              <a:off x="0" y="0"/>
              <a:ext cx="6014720" cy="13732890"/>
            </a:xfrm>
            <a:custGeom>
              <a:avLst/>
              <a:gdLst/>
              <a:ahLst/>
              <a:cxnLst/>
              <a:rect r="r" b="b" t="t" l="l"/>
              <a:pathLst>
                <a:path h="13732890" w="6014720">
                  <a:moveTo>
                    <a:pt x="4091051" y="0"/>
                  </a:moveTo>
                  <a:lnTo>
                    <a:pt x="6014720" y="0"/>
                  </a:lnTo>
                  <a:lnTo>
                    <a:pt x="6014720" y="13732890"/>
                  </a:lnTo>
                  <a:lnTo>
                    <a:pt x="0" y="13732890"/>
                  </a:lnTo>
                  <a:lnTo>
                    <a:pt x="4091051" y="0"/>
                  </a:lnTo>
                  <a:close/>
                </a:path>
              </a:pathLst>
            </a:custGeom>
            <a:solidFill>
              <a:srgbClr val="5FCBEF">
                <a:alpha val="12941"/>
              </a:srgbClr>
            </a:solidFill>
          </p:spPr>
        </p:sp>
      </p:grpSp>
      <p:grpSp>
        <p:nvGrpSpPr>
          <p:cNvPr name="Group 6" id="6"/>
          <p:cNvGrpSpPr/>
          <p:nvPr/>
        </p:nvGrpSpPr>
        <p:grpSpPr>
          <a:xfrm rot="0">
            <a:off x="14405162" y="-12697"/>
            <a:ext cx="3882838" cy="10299697"/>
            <a:chOff x="0" y="0"/>
            <a:chExt cx="5177117" cy="13732929"/>
          </a:xfrm>
        </p:grpSpPr>
        <p:sp>
          <p:nvSpPr>
            <p:cNvPr name="Freeform 7" id="7"/>
            <p:cNvSpPr/>
            <p:nvPr/>
          </p:nvSpPr>
          <p:spPr>
            <a:xfrm flipH="false" flipV="false" rot="0">
              <a:off x="0" y="0"/>
              <a:ext cx="5177155" cy="13732890"/>
            </a:xfrm>
            <a:custGeom>
              <a:avLst/>
              <a:gdLst/>
              <a:ahLst/>
              <a:cxnLst/>
              <a:rect r="r" b="b" t="t" l="l"/>
              <a:pathLst>
                <a:path h="13732890" w="5177155">
                  <a:moveTo>
                    <a:pt x="0" y="0"/>
                  </a:moveTo>
                  <a:lnTo>
                    <a:pt x="5177155" y="0"/>
                  </a:lnTo>
                  <a:lnTo>
                    <a:pt x="5177155" y="13732890"/>
                  </a:lnTo>
                  <a:lnTo>
                    <a:pt x="2418969" y="13732890"/>
                  </a:lnTo>
                  <a:lnTo>
                    <a:pt x="0" y="0"/>
                  </a:lnTo>
                  <a:close/>
                </a:path>
              </a:pathLst>
            </a:custGeom>
            <a:solidFill>
              <a:srgbClr val="5FCBEF">
                <a:alpha val="3922"/>
              </a:srgbClr>
            </a:solidFill>
          </p:spPr>
        </p:sp>
      </p:grpSp>
      <p:grpSp>
        <p:nvGrpSpPr>
          <p:cNvPr name="Group 8" id="8"/>
          <p:cNvGrpSpPr/>
          <p:nvPr/>
        </p:nvGrpSpPr>
        <p:grpSpPr>
          <a:xfrm rot="0">
            <a:off x="13398503" y="4572000"/>
            <a:ext cx="4889497" cy="5715000"/>
            <a:chOff x="0" y="0"/>
            <a:chExt cx="6519329" cy="7620000"/>
          </a:xfrm>
        </p:grpSpPr>
        <p:sp>
          <p:nvSpPr>
            <p:cNvPr name="Freeform 9" id="9"/>
            <p:cNvSpPr/>
            <p:nvPr/>
          </p:nvSpPr>
          <p:spPr>
            <a:xfrm flipH="false" flipV="false" rot="0">
              <a:off x="0" y="0"/>
              <a:ext cx="6519291" cy="7620000"/>
            </a:xfrm>
            <a:custGeom>
              <a:avLst/>
              <a:gdLst/>
              <a:ahLst/>
              <a:cxnLst/>
              <a:rect r="r" b="b" t="t" l="l"/>
              <a:pathLst>
                <a:path h="7620000" w="6519291">
                  <a:moveTo>
                    <a:pt x="0" y="7620000"/>
                  </a:moveTo>
                  <a:lnTo>
                    <a:pt x="6519291" y="0"/>
                  </a:lnTo>
                  <a:lnTo>
                    <a:pt x="6519291" y="7620000"/>
                  </a:lnTo>
                  <a:close/>
                </a:path>
              </a:pathLst>
            </a:custGeom>
            <a:solidFill>
              <a:srgbClr val="17B0E4">
                <a:alpha val="43529"/>
              </a:srgbClr>
            </a:solidFill>
          </p:spPr>
        </p:sp>
      </p:grpSp>
      <p:grpSp>
        <p:nvGrpSpPr>
          <p:cNvPr name="Group 10" id="10"/>
          <p:cNvGrpSpPr/>
          <p:nvPr/>
        </p:nvGrpSpPr>
        <p:grpSpPr>
          <a:xfrm rot="0">
            <a:off x="14001750" y="-12697"/>
            <a:ext cx="4281488" cy="10299697"/>
            <a:chOff x="0" y="0"/>
            <a:chExt cx="5708650" cy="13732929"/>
          </a:xfrm>
        </p:grpSpPr>
        <p:sp>
          <p:nvSpPr>
            <p:cNvPr name="Freeform 11" id="11"/>
            <p:cNvSpPr/>
            <p:nvPr/>
          </p:nvSpPr>
          <p:spPr>
            <a:xfrm flipH="false" flipV="false" rot="0">
              <a:off x="0" y="0"/>
              <a:ext cx="5708650" cy="13732890"/>
            </a:xfrm>
            <a:custGeom>
              <a:avLst/>
              <a:gdLst/>
              <a:ahLst/>
              <a:cxnLst/>
              <a:rect r="r" b="b" t="t" l="l"/>
              <a:pathLst>
                <a:path h="13732890" w="5708650">
                  <a:moveTo>
                    <a:pt x="0" y="0"/>
                  </a:moveTo>
                  <a:lnTo>
                    <a:pt x="5708650" y="0"/>
                  </a:lnTo>
                  <a:lnTo>
                    <a:pt x="5708650" y="13732890"/>
                  </a:lnTo>
                  <a:lnTo>
                    <a:pt x="4941443" y="13732890"/>
                  </a:lnTo>
                  <a:lnTo>
                    <a:pt x="0" y="0"/>
                  </a:lnTo>
                  <a:close/>
                </a:path>
              </a:pathLst>
            </a:custGeom>
            <a:solidFill>
              <a:srgbClr val="17B0E4">
                <a:alpha val="24706"/>
              </a:srgbClr>
            </a:solidFill>
          </p:spPr>
        </p:sp>
      </p:grpSp>
      <p:grpSp>
        <p:nvGrpSpPr>
          <p:cNvPr name="Group 12" id="12"/>
          <p:cNvGrpSpPr/>
          <p:nvPr/>
        </p:nvGrpSpPr>
        <p:grpSpPr>
          <a:xfrm rot="0">
            <a:off x="16348091" y="-12697"/>
            <a:ext cx="1935137" cy="10299697"/>
            <a:chOff x="0" y="0"/>
            <a:chExt cx="2580183" cy="13732929"/>
          </a:xfrm>
        </p:grpSpPr>
        <p:sp>
          <p:nvSpPr>
            <p:cNvPr name="Freeform 13" id="13"/>
            <p:cNvSpPr/>
            <p:nvPr/>
          </p:nvSpPr>
          <p:spPr>
            <a:xfrm flipH="false" flipV="false" rot="0">
              <a:off x="0" y="0"/>
              <a:ext cx="2580259" cy="13732890"/>
            </a:xfrm>
            <a:custGeom>
              <a:avLst/>
              <a:gdLst/>
              <a:ahLst/>
              <a:cxnLst/>
              <a:rect r="r" b="b" t="t" l="l"/>
              <a:pathLst>
                <a:path h="13732890" w="2580259">
                  <a:moveTo>
                    <a:pt x="2039493" y="0"/>
                  </a:moveTo>
                  <a:lnTo>
                    <a:pt x="2580259" y="0"/>
                  </a:lnTo>
                  <a:lnTo>
                    <a:pt x="2580259" y="13732890"/>
                  </a:lnTo>
                  <a:lnTo>
                    <a:pt x="0" y="13732890"/>
                  </a:lnTo>
                  <a:lnTo>
                    <a:pt x="2039493" y="0"/>
                  </a:lnTo>
                  <a:close/>
                </a:path>
              </a:pathLst>
            </a:custGeom>
            <a:solidFill>
              <a:srgbClr val="2E83C3">
                <a:alpha val="48627"/>
              </a:srgbClr>
            </a:solidFill>
          </p:spPr>
        </p:sp>
      </p:grpSp>
      <p:grpSp>
        <p:nvGrpSpPr>
          <p:cNvPr name="Group 14" id="14"/>
          <p:cNvGrpSpPr/>
          <p:nvPr/>
        </p:nvGrpSpPr>
        <p:grpSpPr>
          <a:xfrm rot="0">
            <a:off x="16408498" y="-12697"/>
            <a:ext cx="1874739" cy="10299697"/>
            <a:chOff x="0" y="0"/>
            <a:chExt cx="2499652" cy="13732929"/>
          </a:xfrm>
        </p:grpSpPr>
        <p:sp>
          <p:nvSpPr>
            <p:cNvPr name="Freeform 15" id="15"/>
            <p:cNvSpPr/>
            <p:nvPr/>
          </p:nvSpPr>
          <p:spPr>
            <a:xfrm flipH="false" flipV="false" rot="0">
              <a:off x="0" y="0"/>
              <a:ext cx="2499614" cy="13732890"/>
            </a:xfrm>
            <a:custGeom>
              <a:avLst/>
              <a:gdLst/>
              <a:ahLst/>
              <a:cxnLst/>
              <a:rect r="r" b="b" t="t" l="l"/>
              <a:pathLst>
                <a:path h="13732890" w="2499614">
                  <a:moveTo>
                    <a:pt x="0" y="0"/>
                  </a:moveTo>
                  <a:lnTo>
                    <a:pt x="2499614" y="0"/>
                  </a:lnTo>
                  <a:lnTo>
                    <a:pt x="2499614" y="13732890"/>
                  </a:lnTo>
                  <a:lnTo>
                    <a:pt x="2218817" y="13732890"/>
                  </a:lnTo>
                  <a:lnTo>
                    <a:pt x="0" y="0"/>
                  </a:lnTo>
                  <a:close/>
                </a:path>
              </a:pathLst>
            </a:custGeom>
            <a:solidFill>
              <a:srgbClr val="236292">
                <a:alpha val="63922"/>
              </a:srgbClr>
            </a:solidFill>
          </p:spPr>
        </p:sp>
      </p:grpSp>
      <p:grpSp>
        <p:nvGrpSpPr>
          <p:cNvPr name="Group 16" id="16"/>
          <p:cNvGrpSpPr/>
          <p:nvPr/>
        </p:nvGrpSpPr>
        <p:grpSpPr>
          <a:xfrm rot="0">
            <a:off x="15557497" y="5384797"/>
            <a:ext cx="2725741" cy="4902203"/>
            <a:chOff x="0" y="0"/>
            <a:chExt cx="3634321" cy="6536271"/>
          </a:xfrm>
        </p:grpSpPr>
        <p:sp>
          <p:nvSpPr>
            <p:cNvPr name="Freeform 17" id="17"/>
            <p:cNvSpPr/>
            <p:nvPr/>
          </p:nvSpPr>
          <p:spPr>
            <a:xfrm flipH="false" flipV="false" rot="0">
              <a:off x="0" y="0"/>
              <a:ext cx="3634359" cy="6536309"/>
            </a:xfrm>
            <a:custGeom>
              <a:avLst/>
              <a:gdLst/>
              <a:ahLst/>
              <a:cxnLst/>
              <a:rect r="r" b="b" t="t" l="l"/>
              <a:pathLst>
                <a:path h="6536309" w="3634359">
                  <a:moveTo>
                    <a:pt x="0" y="6536309"/>
                  </a:moveTo>
                  <a:lnTo>
                    <a:pt x="3634359" y="0"/>
                  </a:lnTo>
                  <a:lnTo>
                    <a:pt x="3634359" y="6536309"/>
                  </a:lnTo>
                  <a:close/>
                </a:path>
              </a:pathLst>
            </a:custGeom>
            <a:solidFill>
              <a:srgbClr val="17B0E4">
                <a:alpha val="43529"/>
              </a:srgbClr>
            </a:solidFill>
          </p:spPr>
        </p:sp>
      </p:grpSp>
      <p:grpSp>
        <p:nvGrpSpPr>
          <p:cNvPr name="Group 18" id="18"/>
          <p:cNvGrpSpPr/>
          <p:nvPr/>
        </p:nvGrpSpPr>
        <p:grpSpPr>
          <a:xfrm rot="0">
            <a:off x="0" y="6019800"/>
            <a:ext cx="673103" cy="4267200"/>
            <a:chOff x="0" y="0"/>
            <a:chExt cx="897471" cy="5689600"/>
          </a:xfrm>
        </p:grpSpPr>
        <p:sp>
          <p:nvSpPr>
            <p:cNvPr name="Freeform 19" id="19"/>
            <p:cNvSpPr/>
            <p:nvPr/>
          </p:nvSpPr>
          <p:spPr>
            <a:xfrm flipH="false" flipV="false" rot="0">
              <a:off x="0" y="0"/>
              <a:ext cx="897509" cy="5689600"/>
            </a:xfrm>
            <a:custGeom>
              <a:avLst/>
              <a:gdLst/>
              <a:ahLst/>
              <a:cxnLst/>
              <a:rect r="r" b="b" t="t" l="l"/>
              <a:pathLst>
                <a:path h="5689600" w="897509">
                  <a:moveTo>
                    <a:pt x="0" y="5689600"/>
                  </a:moveTo>
                  <a:lnTo>
                    <a:pt x="0" y="0"/>
                  </a:lnTo>
                  <a:lnTo>
                    <a:pt x="897509" y="5689600"/>
                  </a:lnTo>
                  <a:close/>
                </a:path>
              </a:pathLst>
            </a:custGeom>
            <a:solidFill>
              <a:srgbClr val="5FCBEF">
                <a:alpha val="48627"/>
              </a:srgbClr>
            </a:solidFill>
          </p:spPr>
        </p:sp>
      </p:grpSp>
      <p:grpSp>
        <p:nvGrpSpPr>
          <p:cNvPr name="Group 20" id="20"/>
          <p:cNvGrpSpPr/>
          <p:nvPr/>
        </p:nvGrpSpPr>
        <p:grpSpPr>
          <a:xfrm rot="0">
            <a:off x="990590" y="9568358"/>
            <a:ext cx="4114800" cy="547688"/>
            <a:chOff x="0" y="0"/>
            <a:chExt cx="5486400" cy="730250"/>
          </a:xfrm>
        </p:grpSpPr>
        <p:sp>
          <p:nvSpPr>
            <p:cNvPr name="Freeform 21" id="21"/>
            <p:cNvSpPr/>
            <p:nvPr/>
          </p:nvSpPr>
          <p:spPr>
            <a:xfrm flipH="false" flipV="false" rot="0">
              <a:off x="0" y="0"/>
              <a:ext cx="5486400" cy="730250"/>
            </a:xfrm>
            <a:custGeom>
              <a:avLst/>
              <a:gdLst/>
              <a:ahLst/>
              <a:cxnLst/>
              <a:rect r="r" b="b" t="t" l="l"/>
              <a:pathLst>
                <a:path h="730250" w="5486400">
                  <a:moveTo>
                    <a:pt x="0" y="0"/>
                  </a:moveTo>
                  <a:lnTo>
                    <a:pt x="5486400" y="0"/>
                  </a:lnTo>
                  <a:lnTo>
                    <a:pt x="5486400" y="730250"/>
                  </a:lnTo>
                  <a:lnTo>
                    <a:pt x="0" y="730250"/>
                  </a:lnTo>
                  <a:close/>
                </a:path>
              </a:pathLst>
            </a:custGeom>
            <a:blipFill>
              <a:blip r:embed="rId3">
                <a:alphaModFix amt="0"/>
              </a:blip>
              <a:stretch>
                <a:fillRect l="0" t="-96391" r="0" b="-96391"/>
              </a:stretch>
            </a:blipFill>
          </p:spPr>
        </p:sp>
        <p:sp>
          <p:nvSpPr>
            <p:cNvPr name="TextBox 22" id="22"/>
            <p:cNvSpPr txBox="true"/>
            <p:nvPr/>
          </p:nvSpPr>
          <p:spPr>
            <a:xfrm>
              <a:off x="0" y="-9525"/>
              <a:ext cx="5486400" cy="739775"/>
            </a:xfrm>
            <a:prstGeom prst="rect">
              <a:avLst/>
            </a:prstGeom>
          </p:spPr>
          <p:txBody>
            <a:bodyPr anchor="ctr" rtlCol="false" tIns="0" lIns="0" bIns="0" rIns="0"/>
            <a:lstStyle/>
            <a:p>
              <a:pPr algn="l">
                <a:lnSpc>
                  <a:spcPts val="1980"/>
                </a:lnSpc>
              </a:pPr>
              <a:r>
                <a:rPr lang="en-US" sz="1650">
                  <a:solidFill>
                    <a:srgbClr val="2E83C3"/>
                  </a:solidFill>
                  <a:latin typeface="Trebuchet MS"/>
                  <a:ea typeface="Trebuchet MS"/>
                  <a:cs typeface="Trebuchet MS"/>
                  <a:sym typeface="Trebuchet MS"/>
                </a:rPr>
                <a:t>9/8/2026</a:t>
              </a:r>
            </a:p>
          </p:txBody>
        </p:sp>
      </p:grpSp>
      <p:grpSp>
        <p:nvGrpSpPr>
          <p:cNvPr name="Group 23" id="23"/>
          <p:cNvGrpSpPr/>
          <p:nvPr/>
        </p:nvGrpSpPr>
        <p:grpSpPr>
          <a:xfrm rot="0">
            <a:off x="2168290" y="9568358"/>
            <a:ext cx="6172200" cy="547688"/>
            <a:chOff x="0" y="0"/>
            <a:chExt cx="8229600" cy="730250"/>
          </a:xfrm>
        </p:grpSpPr>
        <p:sp>
          <p:nvSpPr>
            <p:cNvPr name="Freeform 24" id="24"/>
            <p:cNvSpPr/>
            <p:nvPr/>
          </p:nvSpPr>
          <p:spPr>
            <a:xfrm flipH="false" flipV="false" rot="0">
              <a:off x="0" y="0"/>
              <a:ext cx="8229600" cy="730250"/>
            </a:xfrm>
            <a:custGeom>
              <a:avLst/>
              <a:gdLst/>
              <a:ahLst/>
              <a:cxnLst/>
              <a:rect r="r" b="b" t="t" l="l"/>
              <a:pathLst>
                <a:path h="730250" w="8229600">
                  <a:moveTo>
                    <a:pt x="0" y="0"/>
                  </a:moveTo>
                  <a:lnTo>
                    <a:pt x="8229600" y="0"/>
                  </a:lnTo>
                  <a:lnTo>
                    <a:pt x="8229600" y="730250"/>
                  </a:lnTo>
                  <a:lnTo>
                    <a:pt x="0" y="730250"/>
                  </a:lnTo>
                  <a:close/>
                </a:path>
              </a:pathLst>
            </a:custGeom>
            <a:blipFill>
              <a:blip r:embed="rId3">
                <a:alphaModFix amt="0"/>
              </a:blip>
              <a:stretch>
                <a:fillRect l="0" t="-169587" r="0" b="-169587"/>
              </a:stretch>
            </a:blipFill>
          </p:spPr>
        </p:sp>
        <p:sp>
          <p:nvSpPr>
            <p:cNvPr name="TextBox 25" id="25"/>
            <p:cNvSpPr txBox="true"/>
            <p:nvPr/>
          </p:nvSpPr>
          <p:spPr>
            <a:xfrm>
              <a:off x="0" y="-9525"/>
              <a:ext cx="8229600" cy="739775"/>
            </a:xfrm>
            <a:prstGeom prst="rect">
              <a:avLst/>
            </a:prstGeom>
          </p:spPr>
          <p:txBody>
            <a:bodyPr anchor="ctr" rtlCol="false" tIns="0" lIns="0" bIns="0" rIns="0"/>
            <a:lstStyle/>
            <a:p>
              <a:pPr algn="l">
                <a:lnSpc>
                  <a:spcPts val="1980"/>
                </a:lnSpc>
              </a:pPr>
              <a:r>
                <a:rPr lang="en-US" sz="1650" b="true">
                  <a:solidFill>
                    <a:srgbClr val="2E83C3"/>
                  </a:solidFill>
                  <a:latin typeface="Trebuchet MS Bold"/>
                  <a:ea typeface="Trebuchet MS Bold"/>
                  <a:cs typeface="Trebuchet MS Bold"/>
                  <a:sym typeface="Trebuchet MS Bold"/>
                </a:rPr>
                <a:t>Annual Review</a:t>
              </a:r>
            </a:p>
          </p:txBody>
        </p:sp>
      </p:grpSp>
      <p:grpSp>
        <p:nvGrpSpPr>
          <p:cNvPr name="Group 26" id="26"/>
          <p:cNvGrpSpPr/>
          <p:nvPr/>
        </p:nvGrpSpPr>
        <p:grpSpPr>
          <a:xfrm rot="0">
            <a:off x="13208003" y="9568358"/>
            <a:ext cx="4114800" cy="547688"/>
            <a:chOff x="0" y="0"/>
            <a:chExt cx="5486400" cy="730250"/>
          </a:xfrm>
        </p:grpSpPr>
        <p:sp>
          <p:nvSpPr>
            <p:cNvPr name="Freeform 27" id="27"/>
            <p:cNvSpPr/>
            <p:nvPr/>
          </p:nvSpPr>
          <p:spPr>
            <a:xfrm flipH="false" flipV="false" rot="0">
              <a:off x="0" y="0"/>
              <a:ext cx="5486400" cy="730250"/>
            </a:xfrm>
            <a:custGeom>
              <a:avLst/>
              <a:gdLst/>
              <a:ahLst/>
              <a:cxnLst/>
              <a:rect r="r" b="b" t="t" l="l"/>
              <a:pathLst>
                <a:path h="730250" w="5486400">
                  <a:moveTo>
                    <a:pt x="0" y="0"/>
                  </a:moveTo>
                  <a:lnTo>
                    <a:pt x="5486400" y="0"/>
                  </a:lnTo>
                  <a:lnTo>
                    <a:pt x="5486400" y="730250"/>
                  </a:lnTo>
                  <a:lnTo>
                    <a:pt x="0" y="730250"/>
                  </a:lnTo>
                  <a:close/>
                </a:path>
              </a:pathLst>
            </a:custGeom>
            <a:blipFill>
              <a:blip r:embed="rId3">
                <a:alphaModFix amt="0"/>
              </a:blip>
              <a:stretch>
                <a:fillRect l="0" t="-96391" r="0" b="-96391"/>
              </a:stretch>
            </a:blipFill>
          </p:spPr>
        </p:sp>
        <p:sp>
          <p:nvSpPr>
            <p:cNvPr name="TextBox 28" id="28"/>
            <p:cNvSpPr txBox="true"/>
            <p:nvPr/>
          </p:nvSpPr>
          <p:spPr>
            <a:xfrm>
              <a:off x="0" y="-9525"/>
              <a:ext cx="5486400" cy="739775"/>
            </a:xfrm>
            <a:prstGeom prst="rect">
              <a:avLst/>
            </a:prstGeom>
          </p:spPr>
          <p:txBody>
            <a:bodyPr anchor="ctr" rtlCol="false" tIns="0" lIns="0" bIns="0" rIns="0"/>
            <a:lstStyle/>
            <a:p>
              <a:pPr algn="r">
                <a:lnSpc>
                  <a:spcPts val="1980"/>
                </a:lnSpc>
              </a:pPr>
              <a:r>
                <a:rPr lang="en-US" sz="1650">
                  <a:solidFill>
                    <a:srgbClr val="2E946B"/>
                  </a:solidFill>
                  <a:latin typeface="Trebuchet MS"/>
                  <a:ea typeface="Trebuchet MS"/>
                  <a:cs typeface="Trebuchet MS"/>
                  <a:sym typeface="Trebuchet MS"/>
                </a:rPr>
                <a:t>‹#›</a:t>
              </a:r>
            </a:p>
          </p:txBody>
        </p:sp>
      </p:grpSp>
      <p:grpSp>
        <p:nvGrpSpPr>
          <p:cNvPr name="Group 29" id="29"/>
          <p:cNvGrpSpPr/>
          <p:nvPr/>
        </p:nvGrpSpPr>
        <p:grpSpPr>
          <a:xfrm rot="0">
            <a:off x="11044238" y="664893"/>
            <a:ext cx="542925" cy="542925"/>
            <a:chOff x="0" y="0"/>
            <a:chExt cx="723900" cy="723900"/>
          </a:xfrm>
        </p:grpSpPr>
        <p:sp>
          <p:nvSpPr>
            <p:cNvPr name="Freeform 30" id="30"/>
            <p:cNvSpPr/>
            <p:nvPr/>
          </p:nvSpPr>
          <p:spPr>
            <a:xfrm flipH="false" flipV="false" rot="0">
              <a:off x="0" y="0"/>
              <a:ext cx="723900" cy="723900"/>
            </a:xfrm>
            <a:custGeom>
              <a:avLst/>
              <a:gdLst/>
              <a:ahLst/>
              <a:cxnLst/>
              <a:rect r="r" b="b" t="t" l="l"/>
              <a:pathLst>
                <a:path h="723900" w="723900">
                  <a:moveTo>
                    <a:pt x="0" y="361950"/>
                  </a:moveTo>
                  <a:cubicBezTo>
                    <a:pt x="0" y="162052"/>
                    <a:pt x="162052" y="0"/>
                    <a:pt x="361950" y="0"/>
                  </a:cubicBezTo>
                  <a:cubicBezTo>
                    <a:pt x="561848" y="0"/>
                    <a:pt x="723900" y="162052"/>
                    <a:pt x="723900" y="361950"/>
                  </a:cubicBezTo>
                  <a:cubicBezTo>
                    <a:pt x="723900" y="561848"/>
                    <a:pt x="561848" y="723900"/>
                    <a:pt x="361950" y="723900"/>
                  </a:cubicBezTo>
                  <a:cubicBezTo>
                    <a:pt x="162052" y="723900"/>
                    <a:pt x="0" y="561848"/>
                    <a:pt x="0" y="361950"/>
                  </a:cubicBezTo>
                  <a:close/>
                </a:path>
              </a:pathLst>
            </a:custGeom>
            <a:solidFill>
              <a:srgbClr val="EBEBEB"/>
            </a:solidFill>
          </p:spPr>
        </p:sp>
      </p:grpSp>
      <p:grpSp>
        <p:nvGrpSpPr>
          <p:cNvPr name="Group 31" id="31"/>
          <p:cNvGrpSpPr/>
          <p:nvPr/>
        </p:nvGrpSpPr>
        <p:grpSpPr>
          <a:xfrm rot="0">
            <a:off x="16510873" y="8408994"/>
            <a:ext cx="981342" cy="981342"/>
            <a:chOff x="0" y="0"/>
            <a:chExt cx="1308456" cy="1308456"/>
          </a:xfrm>
        </p:grpSpPr>
        <p:sp>
          <p:nvSpPr>
            <p:cNvPr name="Freeform 32" id="32"/>
            <p:cNvSpPr/>
            <p:nvPr/>
          </p:nvSpPr>
          <p:spPr>
            <a:xfrm flipH="false" flipV="false" rot="0">
              <a:off x="0" y="0"/>
              <a:ext cx="1308354" cy="1308354"/>
            </a:xfrm>
            <a:custGeom>
              <a:avLst/>
              <a:gdLst/>
              <a:ahLst/>
              <a:cxnLst/>
              <a:rect r="r" b="b" t="t" l="l"/>
              <a:pathLst>
                <a:path h="1308354" w="1308354">
                  <a:moveTo>
                    <a:pt x="0" y="654177"/>
                  </a:moveTo>
                  <a:cubicBezTo>
                    <a:pt x="0" y="292862"/>
                    <a:pt x="292862" y="0"/>
                    <a:pt x="654177" y="0"/>
                  </a:cubicBezTo>
                  <a:cubicBezTo>
                    <a:pt x="1015492" y="0"/>
                    <a:pt x="1308354" y="292862"/>
                    <a:pt x="1308354" y="654177"/>
                  </a:cubicBezTo>
                  <a:cubicBezTo>
                    <a:pt x="1308354" y="1015492"/>
                    <a:pt x="1015492" y="1308354"/>
                    <a:pt x="654177" y="1308354"/>
                  </a:cubicBezTo>
                  <a:cubicBezTo>
                    <a:pt x="292862" y="1308354"/>
                    <a:pt x="0" y="1015492"/>
                    <a:pt x="0" y="654177"/>
                  </a:cubicBezTo>
                  <a:close/>
                </a:path>
              </a:pathLst>
            </a:custGeom>
            <a:solidFill>
              <a:srgbClr val="2E83C3"/>
            </a:solidFill>
          </p:spPr>
        </p:sp>
      </p:grpSp>
      <p:grpSp>
        <p:nvGrpSpPr>
          <p:cNvPr name="Group 33" id="33"/>
          <p:cNvGrpSpPr/>
          <p:nvPr/>
        </p:nvGrpSpPr>
        <p:grpSpPr>
          <a:xfrm rot="0">
            <a:off x="16025689" y="9198654"/>
            <a:ext cx="376723" cy="376723"/>
            <a:chOff x="0" y="0"/>
            <a:chExt cx="502298" cy="502298"/>
          </a:xfrm>
        </p:grpSpPr>
        <p:sp>
          <p:nvSpPr>
            <p:cNvPr name="Freeform 34" id="34"/>
            <p:cNvSpPr/>
            <p:nvPr/>
          </p:nvSpPr>
          <p:spPr>
            <a:xfrm flipH="false" flipV="false" rot="0">
              <a:off x="0" y="0"/>
              <a:ext cx="502285" cy="502285"/>
            </a:xfrm>
            <a:custGeom>
              <a:avLst/>
              <a:gdLst/>
              <a:ahLst/>
              <a:cxnLst/>
              <a:rect r="r" b="b" t="t" l="l"/>
              <a:pathLst>
                <a:path h="502285" w="502285">
                  <a:moveTo>
                    <a:pt x="0" y="251206"/>
                  </a:moveTo>
                  <a:cubicBezTo>
                    <a:pt x="0" y="112395"/>
                    <a:pt x="112395" y="0"/>
                    <a:pt x="251206" y="0"/>
                  </a:cubicBezTo>
                  <a:cubicBezTo>
                    <a:pt x="390017" y="0"/>
                    <a:pt x="502285" y="112395"/>
                    <a:pt x="502285" y="251206"/>
                  </a:cubicBezTo>
                  <a:cubicBezTo>
                    <a:pt x="502285" y="390017"/>
                    <a:pt x="389890" y="502285"/>
                    <a:pt x="251206" y="502285"/>
                  </a:cubicBezTo>
                  <a:cubicBezTo>
                    <a:pt x="112522" y="502285"/>
                    <a:pt x="0" y="389890"/>
                    <a:pt x="0" y="251206"/>
                  </a:cubicBezTo>
                  <a:close/>
                </a:path>
              </a:pathLst>
            </a:custGeom>
            <a:solidFill>
              <a:srgbClr val="2E946B"/>
            </a:solidFill>
          </p:spPr>
        </p:sp>
      </p:grpSp>
      <p:grpSp>
        <p:nvGrpSpPr>
          <p:cNvPr name="Group 35" id="35"/>
          <p:cNvGrpSpPr/>
          <p:nvPr/>
        </p:nvGrpSpPr>
        <p:grpSpPr>
          <a:xfrm rot="0">
            <a:off x="701040" y="9615688"/>
            <a:ext cx="5559381" cy="444141"/>
            <a:chOff x="0" y="0"/>
            <a:chExt cx="7412507" cy="592188"/>
          </a:xfrm>
        </p:grpSpPr>
        <p:sp>
          <p:nvSpPr>
            <p:cNvPr name="Freeform 36" id="36"/>
            <p:cNvSpPr/>
            <p:nvPr/>
          </p:nvSpPr>
          <p:spPr>
            <a:xfrm flipH="false" flipV="false" rot="0">
              <a:off x="0" y="0"/>
              <a:ext cx="7412482" cy="592201"/>
            </a:xfrm>
            <a:custGeom>
              <a:avLst/>
              <a:gdLst/>
              <a:ahLst/>
              <a:cxnLst/>
              <a:rect r="r" b="b" t="t" l="l"/>
              <a:pathLst>
                <a:path h="592201" w="7412482">
                  <a:moveTo>
                    <a:pt x="0" y="0"/>
                  </a:moveTo>
                  <a:lnTo>
                    <a:pt x="7412482" y="0"/>
                  </a:lnTo>
                  <a:lnTo>
                    <a:pt x="7412482" y="592201"/>
                  </a:lnTo>
                  <a:lnTo>
                    <a:pt x="0" y="592201"/>
                  </a:lnTo>
                  <a:lnTo>
                    <a:pt x="0" y="0"/>
                  </a:lnTo>
                  <a:close/>
                </a:path>
              </a:pathLst>
            </a:custGeom>
            <a:blipFill>
              <a:blip r:embed="rId4"/>
              <a:stretch>
                <a:fillRect l="0" t="0" r="0" b="2"/>
              </a:stretch>
            </a:blipFill>
          </p:spPr>
        </p:sp>
      </p:grpSp>
      <p:grpSp>
        <p:nvGrpSpPr>
          <p:cNvPr name="Group 37" id="37"/>
          <p:cNvGrpSpPr/>
          <p:nvPr/>
        </p:nvGrpSpPr>
        <p:grpSpPr>
          <a:xfrm rot="0">
            <a:off x="76200" y="5730240"/>
            <a:ext cx="2590800" cy="4515040"/>
            <a:chOff x="0" y="0"/>
            <a:chExt cx="3454400" cy="6020054"/>
          </a:xfrm>
        </p:grpSpPr>
        <p:sp>
          <p:nvSpPr>
            <p:cNvPr name="Freeform 38" id="38"/>
            <p:cNvSpPr/>
            <p:nvPr/>
          </p:nvSpPr>
          <p:spPr>
            <a:xfrm flipH="true" flipV="false" rot="0">
              <a:off x="0" y="0"/>
              <a:ext cx="3454400" cy="6020054"/>
            </a:xfrm>
            <a:custGeom>
              <a:avLst/>
              <a:gdLst/>
              <a:ahLst/>
              <a:cxnLst/>
              <a:rect r="r" b="b" t="t" l="l"/>
              <a:pathLst>
                <a:path h="6020054" w="3454400">
                  <a:moveTo>
                    <a:pt x="3454400" y="0"/>
                  </a:moveTo>
                  <a:lnTo>
                    <a:pt x="0" y="0"/>
                  </a:lnTo>
                  <a:lnTo>
                    <a:pt x="0" y="6020054"/>
                  </a:lnTo>
                  <a:lnTo>
                    <a:pt x="3454400" y="6020054"/>
                  </a:lnTo>
                  <a:lnTo>
                    <a:pt x="3454400" y="0"/>
                  </a:lnTo>
                  <a:close/>
                </a:path>
              </a:pathLst>
            </a:custGeom>
            <a:blipFill>
              <a:blip r:embed="rId5"/>
              <a:stretch>
                <a:fillRect l="-5923" t="0" r="-5922" b="0"/>
              </a:stretch>
            </a:blipFill>
          </p:spPr>
        </p:sp>
      </p:grpSp>
      <p:sp>
        <p:nvSpPr>
          <p:cNvPr name="TextBox 39" id="39"/>
          <p:cNvSpPr txBox="true"/>
          <p:nvPr/>
        </p:nvSpPr>
        <p:spPr>
          <a:xfrm rot="0">
            <a:off x="1082040" y="672522"/>
            <a:ext cx="7776553" cy="1199331"/>
          </a:xfrm>
          <a:prstGeom prst="rect">
            <a:avLst/>
          </a:prstGeom>
        </p:spPr>
        <p:txBody>
          <a:bodyPr anchor="t" rtlCol="false" tIns="0" lIns="0" bIns="0" rIns="0">
            <a:spAutoFit/>
          </a:bodyPr>
          <a:lstStyle/>
          <a:p>
            <a:pPr algn="l">
              <a:lnSpc>
                <a:spcPts val="8640"/>
              </a:lnSpc>
            </a:pPr>
            <a:r>
              <a:rPr lang="en-US" sz="7200" b="true">
                <a:solidFill>
                  <a:srgbClr val="000000"/>
                </a:solidFill>
                <a:latin typeface="Trebuchet MS Bold"/>
                <a:ea typeface="Trebuchet MS Bold"/>
                <a:cs typeface="Trebuchet MS Bold"/>
                <a:sym typeface="Trebuchet MS Bold"/>
              </a:rPr>
              <a:t>Technology Used</a:t>
            </a:r>
          </a:p>
        </p:txBody>
      </p:sp>
      <p:sp>
        <p:nvSpPr>
          <p:cNvPr name="TextBox 40" id="40"/>
          <p:cNvSpPr txBox="true"/>
          <p:nvPr/>
        </p:nvSpPr>
        <p:spPr>
          <a:xfrm rot="0">
            <a:off x="1426464" y="2417826"/>
            <a:ext cx="11754612" cy="3365297"/>
          </a:xfrm>
          <a:prstGeom prst="rect">
            <a:avLst/>
          </a:prstGeom>
        </p:spPr>
        <p:txBody>
          <a:bodyPr anchor="t" rtlCol="false" tIns="0" lIns="0" bIns="0" rIns="0">
            <a:spAutoFit/>
          </a:bodyPr>
          <a:lstStyle/>
          <a:p>
            <a:pPr algn="l" marL="651510" indent="-325755" lvl="1">
              <a:lnSpc>
                <a:spcPts val="4320"/>
              </a:lnSpc>
              <a:buFont typeface="Arial"/>
              <a:buChar char="•"/>
            </a:pPr>
            <a:r>
              <a:rPr lang="en-US" sz="3600">
                <a:solidFill>
                  <a:srgbClr val="232323"/>
                </a:solidFill>
                <a:latin typeface="Trebuchet MS"/>
                <a:ea typeface="Trebuchet MS"/>
                <a:cs typeface="Trebuchet MS"/>
                <a:sym typeface="Trebuchet MS"/>
              </a:rPr>
              <a:t>Python</a:t>
            </a:r>
          </a:p>
          <a:p>
            <a:pPr algn="l" marL="651510" indent="-325755" lvl="1">
              <a:lnSpc>
                <a:spcPts val="4320"/>
              </a:lnSpc>
              <a:buFont typeface="Arial"/>
              <a:buChar char="•"/>
            </a:pPr>
            <a:r>
              <a:rPr lang="en-US" sz="3600">
                <a:solidFill>
                  <a:srgbClr val="232323"/>
                </a:solidFill>
                <a:latin typeface="Trebuchet MS"/>
                <a:ea typeface="Trebuchet MS"/>
                <a:cs typeface="Trebuchet MS"/>
                <a:sym typeface="Trebuchet MS"/>
              </a:rPr>
              <a:t>Pandas and NumPy</a:t>
            </a:r>
          </a:p>
          <a:p>
            <a:pPr algn="l" marL="651510" indent="-325755" lvl="1">
              <a:lnSpc>
                <a:spcPts val="4320"/>
              </a:lnSpc>
              <a:buFont typeface="Arial"/>
              <a:buChar char="•"/>
            </a:pPr>
            <a:r>
              <a:rPr lang="en-US" sz="3600">
                <a:solidFill>
                  <a:srgbClr val="232323"/>
                </a:solidFill>
                <a:latin typeface="Trebuchet MS"/>
                <a:ea typeface="Trebuchet MS"/>
                <a:cs typeface="Trebuchet MS"/>
                <a:sym typeface="Trebuchet MS"/>
              </a:rPr>
              <a:t>Matplotlib and Seaborn</a:t>
            </a:r>
          </a:p>
          <a:p>
            <a:pPr algn="l" marL="651510" indent="-325755" lvl="1">
              <a:lnSpc>
                <a:spcPts val="4320"/>
              </a:lnSpc>
              <a:buFont typeface="Arial"/>
              <a:buChar char="•"/>
            </a:pPr>
            <a:r>
              <a:rPr lang="en-US" sz="3600">
                <a:solidFill>
                  <a:srgbClr val="232323"/>
                </a:solidFill>
                <a:latin typeface="Trebuchet MS"/>
                <a:ea typeface="Trebuchet MS"/>
                <a:cs typeface="Trebuchet MS"/>
                <a:sym typeface="Trebuchet MS"/>
              </a:rPr>
              <a:t>SciPy (Kruskal-Wallis test)</a:t>
            </a:r>
          </a:p>
          <a:p>
            <a:pPr algn="l" marL="651510" indent="-325755" lvl="1">
              <a:lnSpc>
                <a:spcPts val="4320"/>
              </a:lnSpc>
              <a:buFont typeface="Arial"/>
              <a:buChar char="•"/>
            </a:pPr>
            <a:r>
              <a:rPr lang="en-US" sz="3600">
                <a:solidFill>
                  <a:srgbClr val="232323"/>
                </a:solidFill>
                <a:latin typeface="Trebuchet MS"/>
                <a:ea typeface="Trebuchet MS"/>
                <a:cs typeface="Trebuchet MS"/>
                <a:sym typeface="Trebuchet MS"/>
              </a:rPr>
              <a:t>Google Colab / Jupyter Notebook</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4791360">
            <a:off x="9738484" y="5138738"/>
            <a:ext cx="10464870" cy="0"/>
          </a:xfrm>
          <a:prstGeom prst="line">
            <a:avLst/>
          </a:prstGeom>
          <a:ln cap="rnd" w="9525">
            <a:solidFill>
              <a:srgbClr val="5FCBEF"/>
            </a:solidFill>
            <a:prstDash val="solid"/>
            <a:headEnd type="none" len="sm" w="sm"/>
            <a:tailEnd type="none" len="sm" w="sm"/>
          </a:ln>
        </p:spPr>
      </p:sp>
      <p:sp>
        <p:nvSpPr>
          <p:cNvPr name="AutoShape 3" id="3"/>
          <p:cNvSpPr/>
          <p:nvPr/>
        </p:nvSpPr>
        <p:spPr>
          <a:xfrm rot="8776560">
            <a:off x="10406482" y="7899797"/>
            <a:ext cx="8608171" cy="0"/>
          </a:xfrm>
          <a:prstGeom prst="line">
            <a:avLst/>
          </a:prstGeom>
          <a:ln cap="rnd" w="9525">
            <a:solidFill>
              <a:srgbClr val="5FCBEF"/>
            </a:solidFill>
            <a:prstDash val="solid"/>
            <a:headEnd type="none" len="sm" w="sm"/>
            <a:tailEnd type="none" len="sm" w="sm"/>
          </a:ln>
        </p:spPr>
      </p:sp>
      <p:grpSp>
        <p:nvGrpSpPr>
          <p:cNvPr name="Group 4" id="4"/>
          <p:cNvGrpSpPr/>
          <p:nvPr/>
        </p:nvGrpSpPr>
        <p:grpSpPr>
          <a:xfrm rot="0">
            <a:off x="13772217" y="-12697"/>
            <a:ext cx="4511021" cy="10299697"/>
            <a:chOff x="0" y="0"/>
            <a:chExt cx="6014695" cy="13732929"/>
          </a:xfrm>
        </p:grpSpPr>
        <p:sp>
          <p:nvSpPr>
            <p:cNvPr name="Freeform 5" id="5"/>
            <p:cNvSpPr/>
            <p:nvPr/>
          </p:nvSpPr>
          <p:spPr>
            <a:xfrm flipH="false" flipV="false" rot="0">
              <a:off x="0" y="0"/>
              <a:ext cx="6014720" cy="13732890"/>
            </a:xfrm>
            <a:custGeom>
              <a:avLst/>
              <a:gdLst/>
              <a:ahLst/>
              <a:cxnLst/>
              <a:rect r="r" b="b" t="t" l="l"/>
              <a:pathLst>
                <a:path h="13732890" w="6014720">
                  <a:moveTo>
                    <a:pt x="4091051" y="0"/>
                  </a:moveTo>
                  <a:lnTo>
                    <a:pt x="6014720" y="0"/>
                  </a:lnTo>
                  <a:lnTo>
                    <a:pt x="6014720" y="13732890"/>
                  </a:lnTo>
                  <a:lnTo>
                    <a:pt x="0" y="13732890"/>
                  </a:lnTo>
                  <a:lnTo>
                    <a:pt x="4091051" y="0"/>
                  </a:lnTo>
                  <a:close/>
                </a:path>
              </a:pathLst>
            </a:custGeom>
            <a:solidFill>
              <a:srgbClr val="5FCBEF">
                <a:alpha val="12941"/>
              </a:srgbClr>
            </a:solidFill>
          </p:spPr>
        </p:sp>
      </p:grpSp>
      <p:grpSp>
        <p:nvGrpSpPr>
          <p:cNvPr name="Group 6" id="6"/>
          <p:cNvGrpSpPr/>
          <p:nvPr/>
        </p:nvGrpSpPr>
        <p:grpSpPr>
          <a:xfrm rot="0">
            <a:off x="14405162" y="-12697"/>
            <a:ext cx="3882838" cy="10299697"/>
            <a:chOff x="0" y="0"/>
            <a:chExt cx="5177117" cy="13732929"/>
          </a:xfrm>
        </p:grpSpPr>
        <p:sp>
          <p:nvSpPr>
            <p:cNvPr name="Freeform 7" id="7"/>
            <p:cNvSpPr/>
            <p:nvPr/>
          </p:nvSpPr>
          <p:spPr>
            <a:xfrm flipH="false" flipV="false" rot="0">
              <a:off x="0" y="0"/>
              <a:ext cx="5177155" cy="13732890"/>
            </a:xfrm>
            <a:custGeom>
              <a:avLst/>
              <a:gdLst/>
              <a:ahLst/>
              <a:cxnLst/>
              <a:rect r="r" b="b" t="t" l="l"/>
              <a:pathLst>
                <a:path h="13732890" w="5177155">
                  <a:moveTo>
                    <a:pt x="0" y="0"/>
                  </a:moveTo>
                  <a:lnTo>
                    <a:pt x="5177155" y="0"/>
                  </a:lnTo>
                  <a:lnTo>
                    <a:pt x="5177155" y="13732890"/>
                  </a:lnTo>
                  <a:lnTo>
                    <a:pt x="2418969" y="13732890"/>
                  </a:lnTo>
                  <a:lnTo>
                    <a:pt x="0" y="0"/>
                  </a:lnTo>
                  <a:close/>
                </a:path>
              </a:pathLst>
            </a:custGeom>
            <a:solidFill>
              <a:srgbClr val="5FCBEF">
                <a:alpha val="3922"/>
              </a:srgbClr>
            </a:solidFill>
          </p:spPr>
        </p:sp>
      </p:grpSp>
      <p:grpSp>
        <p:nvGrpSpPr>
          <p:cNvPr name="Group 8" id="8"/>
          <p:cNvGrpSpPr/>
          <p:nvPr/>
        </p:nvGrpSpPr>
        <p:grpSpPr>
          <a:xfrm rot="0">
            <a:off x="13398503" y="4572000"/>
            <a:ext cx="4889497" cy="5715000"/>
            <a:chOff x="0" y="0"/>
            <a:chExt cx="6519329" cy="7620000"/>
          </a:xfrm>
        </p:grpSpPr>
        <p:sp>
          <p:nvSpPr>
            <p:cNvPr name="Freeform 9" id="9"/>
            <p:cNvSpPr/>
            <p:nvPr/>
          </p:nvSpPr>
          <p:spPr>
            <a:xfrm flipH="false" flipV="false" rot="0">
              <a:off x="0" y="0"/>
              <a:ext cx="6519291" cy="7620000"/>
            </a:xfrm>
            <a:custGeom>
              <a:avLst/>
              <a:gdLst/>
              <a:ahLst/>
              <a:cxnLst/>
              <a:rect r="r" b="b" t="t" l="l"/>
              <a:pathLst>
                <a:path h="7620000" w="6519291">
                  <a:moveTo>
                    <a:pt x="0" y="7620000"/>
                  </a:moveTo>
                  <a:lnTo>
                    <a:pt x="6519291" y="0"/>
                  </a:lnTo>
                  <a:lnTo>
                    <a:pt x="6519291" y="7620000"/>
                  </a:lnTo>
                  <a:close/>
                </a:path>
              </a:pathLst>
            </a:custGeom>
            <a:solidFill>
              <a:srgbClr val="17B0E4">
                <a:alpha val="43529"/>
              </a:srgbClr>
            </a:solidFill>
          </p:spPr>
        </p:sp>
      </p:grpSp>
      <p:grpSp>
        <p:nvGrpSpPr>
          <p:cNvPr name="Group 10" id="10"/>
          <p:cNvGrpSpPr/>
          <p:nvPr/>
        </p:nvGrpSpPr>
        <p:grpSpPr>
          <a:xfrm rot="0">
            <a:off x="14001750" y="-12697"/>
            <a:ext cx="4281488" cy="10299697"/>
            <a:chOff x="0" y="0"/>
            <a:chExt cx="5708650" cy="13732929"/>
          </a:xfrm>
        </p:grpSpPr>
        <p:sp>
          <p:nvSpPr>
            <p:cNvPr name="Freeform 11" id="11"/>
            <p:cNvSpPr/>
            <p:nvPr/>
          </p:nvSpPr>
          <p:spPr>
            <a:xfrm flipH="false" flipV="false" rot="0">
              <a:off x="0" y="0"/>
              <a:ext cx="5708650" cy="13732890"/>
            </a:xfrm>
            <a:custGeom>
              <a:avLst/>
              <a:gdLst/>
              <a:ahLst/>
              <a:cxnLst/>
              <a:rect r="r" b="b" t="t" l="l"/>
              <a:pathLst>
                <a:path h="13732890" w="5708650">
                  <a:moveTo>
                    <a:pt x="0" y="0"/>
                  </a:moveTo>
                  <a:lnTo>
                    <a:pt x="5708650" y="0"/>
                  </a:lnTo>
                  <a:lnTo>
                    <a:pt x="5708650" y="13732890"/>
                  </a:lnTo>
                  <a:lnTo>
                    <a:pt x="4941443" y="13732890"/>
                  </a:lnTo>
                  <a:lnTo>
                    <a:pt x="0" y="0"/>
                  </a:lnTo>
                  <a:close/>
                </a:path>
              </a:pathLst>
            </a:custGeom>
            <a:solidFill>
              <a:srgbClr val="17B0E4">
                <a:alpha val="24706"/>
              </a:srgbClr>
            </a:solidFill>
          </p:spPr>
        </p:sp>
      </p:grpSp>
      <p:grpSp>
        <p:nvGrpSpPr>
          <p:cNvPr name="Group 12" id="12"/>
          <p:cNvGrpSpPr/>
          <p:nvPr/>
        </p:nvGrpSpPr>
        <p:grpSpPr>
          <a:xfrm rot="0">
            <a:off x="16348091" y="-12697"/>
            <a:ext cx="1935137" cy="10299697"/>
            <a:chOff x="0" y="0"/>
            <a:chExt cx="2580183" cy="13732929"/>
          </a:xfrm>
        </p:grpSpPr>
        <p:sp>
          <p:nvSpPr>
            <p:cNvPr name="Freeform 13" id="13"/>
            <p:cNvSpPr/>
            <p:nvPr/>
          </p:nvSpPr>
          <p:spPr>
            <a:xfrm flipH="false" flipV="false" rot="0">
              <a:off x="0" y="0"/>
              <a:ext cx="2580259" cy="13732890"/>
            </a:xfrm>
            <a:custGeom>
              <a:avLst/>
              <a:gdLst/>
              <a:ahLst/>
              <a:cxnLst/>
              <a:rect r="r" b="b" t="t" l="l"/>
              <a:pathLst>
                <a:path h="13732890" w="2580259">
                  <a:moveTo>
                    <a:pt x="2039493" y="0"/>
                  </a:moveTo>
                  <a:lnTo>
                    <a:pt x="2580259" y="0"/>
                  </a:lnTo>
                  <a:lnTo>
                    <a:pt x="2580259" y="13732890"/>
                  </a:lnTo>
                  <a:lnTo>
                    <a:pt x="0" y="13732890"/>
                  </a:lnTo>
                  <a:lnTo>
                    <a:pt x="2039493" y="0"/>
                  </a:lnTo>
                  <a:close/>
                </a:path>
              </a:pathLst>
            </a:custGeom>
            <a:solidFill>
              <a:srgbClr val="2E83C3">
                <a:alpha val="48627"/>
              </a:srgbClr>
            </a:solidFill>
          </p:spPr>
        </p:sp>
      </p:grpSp>
      <p:grpSp>
        <p:nvGrpSpPr>
          <p:cNvPr name="Group 14" id="14"/>
          <p:cNvGrpSpPr/>
          <p:nvPr/>
        </p:nvGrpSpPr>
        <p:grpSpPr>
          <a:xfrm rot="0">
            <a:off x="16408498" y="-12697"/>
            <a:ext cx="1874739" cy="10299697"/>
            <a:chOff x="0" y="0"/>
            <a:chExt cx="2499652" cy="13732929"/>
          </a:xfrm>
        </p:grpSpPr>
        <p:sp>
          <p:nvSpPr>
            <p:cNvPr name="Freeform 15" id="15"/>
            <p:cNvSpPr/>
            <p:nvPr/>
          </p:nvSpPr>
          <p:spPr>
            <a:xfrm flipH="false" flipV="false" rot="0">
              <a:off x="0" y="0"/>
              <a:ext cx="2499614" cy="13732890"/>
            </a:xfrm>
            <a:custGeom>
              <a:avLst/>
              <a:gdLst/>
              <a:ahLst/>
              <a:cxnLst/>
              <a:rect r="r" b="b" t="t" l="l"/>
              <a:pathLst>
                <a:path h="13732890" w="2499614">
                  <a:moveTo>
                    <a:pt x="0" y="0"/>
                  </a:moveTo>
                  <a:lnTo>
                    <a:pt x="2499614" y="0"/>
                  </a:lnTo>
                  <a:lnTo>
                    <a:pt x="2499614" y="13732890"/>
                  </a:lnTo>
                  <a:lnTo>
                    <a:pt x="2218817" y="13732890"/>
                  </a:lnTo>
                  <a:lnTo>
                    <a:pt x="0" y="0"/>
                  </a:lnTo>
                  <a:close/>
                </a:path>
              </a:pathLst>
            </a:custGeom>
            <a:solidFill>
              <a:srgbClr val="236292">
                <a:alpha val="63922"/>
              </a:srgbClr>
            </a:solidFill>
          </p:spPr>
        </p:sp>
      </p:grpSp>
      <p:grpSp>
        <p:nvGrpSpPr>
          <p:cNvPr name="Group 16" id="16"/>
          <p:cNvGrpSpPr/>
          <p:nvPr/>
        </p:nvGrpSpPr>
        <p:grpSpPr>
          <a:xfrm rot="0">
            <a:off x="15557497" y="5384797"/>
            <a:ext cx="2725741" cy="4902203"/>
            <a:chOff x="0" y="0"/>
            <a:chExt cx="3634321" cy="6536271"/>
          </a:xfrm>
        </p:grpSpPr>
        <p:sp>
          <p:nvSpPr>
            <p:cNvPr name="Freeform 17" id="17"/>
            <p:cNvSpPr/>
            <p:nvPr/>
          </p:nvSpPr>
          <p:spPr>
            <a:xfrm flipH="false" flipV="false" rot="0">
              <a:off x="0" y="0"/>
              <a:ext cx="3634359" cy="6536309"/>
            </a:xfrm>
            <a:custGeom>
              <a:avLst/>
              <a:gdLst/>
              <a:ahLst/>
              <a:cxnLst/>
              <a:rect r="r" b="b" t="t" l="l"/>
              <a:pathLst>
                <a:path h="6536309" w="3634359">
                  <a:moveTo>
                    <a:pt x="0" y="6536309"/>
                  </a:moveTo>
                  <a:lnTo>
                    <a:pt x="3634359" y="0"/>
                  </a:lnTo>
                  <a:lnTo>
                    <a:pt x="3634359" y="6536309"/>
                  </a:lnTo>
                  <a:close/>
                </a:path>
              </a:pathLst>
            </a:custGeom>
            <a:solidFill>
              <a:srgbClr val="17B0E4">
                <a:alpha val="43529"/>
              </a:srgbClr>
            </a:solidFill>
          </p:spPr>
        </p:sp>
      </p:grpSp>
      <p:grpSp>
        <p:nvGrpSpPr>
          <p:cNvPr name="Group 18" id="18"/>
          <p:cNvGrpSpPr/>
          <p:nvPr/>
        </p:nvGrpSpPr>
        <p:grpSpPr>
          <a:xfrm rot="0">
            <a:off x="0" y="6019800"/>
            <a:ext cx="673103" cy="4267200"/>
            <a:chOff x="0" y="0"/>
            <a:chExt cx="897471" cy="5689600"/>
          </a:xfrm>
        </p:grpSpPr>
        <p:sp>
          <p:nvSpPr>
            <p:cNvPr name="Freeform 19" id="19"/>
            <p:cNvSpPr/>
            <p:nvPr/>
          </p:nvSpPr>
          <p:spPr>
            <a:xfrm flipH="false" flipV="false" rot="0">
              <a:off x="0" y="0"/>
              <a:ext cx="897509" cy="5689600"/>
            </a:xfrm>
            <a:custGeom>
              <a:avLst/>
              <a:gdLst/>
              <a:ahLst/>
              <a:cxnLst/>
              <a:rect r="r" b="b" t="t" l="l"/>
              <a:pathLst>
                <a:path h="5689600" w="897509">
                  <a:moveTo>
                    <a:pt x="0" y="5689600"/>
                  </a:moveTo>
                  <a:lnTo>
                    <a:pt x="0" y="0"/>
                  </a:lnTo>
                  <a:lnTo>
                    <a:pt x="897509" y="5689600"/>
                  </a:lnTo>
                  <a:close/>
                </a:path>
              </a:pathLst>
            </a:custGeom>
            <a:solidFill>
              <a:srgbClr val="5FCBEF">
                <a:alpha val="48627"/>
              </a:srgbClr>
            </a:solidFill>
          </p:spPr>
        </p:sp>
      </p:grpSp>
      <p:grpSp>
        <p:nvGrpSpPr>
          <p:cNvPr name="Group 20" id="20"/>
          <p:cNvGrpSpPr/>
          <p:nvPr/>
        </p:nvGrpSpPr>
        <p:grpSpPr>
          <a:xfrm rot="0">
            <a:off x="990590" y="9568358"/>
            <a:ext cx="4114800" cy="547688"/>
            <a:chOff x="0" y="0"/>
            <a:chExt cx="5486400" cy="730250"/>
          </a:xfrm>
        </p:grpSpPr>
        <p:sp>
          <p:nvSpPr>
            <p:cNvPr name="Freeform 21" id="21"/>
            <p:cNvSpPr/>
            <p:nvPr/>
          </p:nvSpPr>
          <p:spPr>
            <a:xfrm flipH="false" flipV="false" rot="0">
              <a:off x="0" y="0"/>
              <a:ext cx="5486400" cy="730250"/>
            </a:xfrm>
            <a:custGeom>
              <a:avLst/>
              <a:gdLst/>
              <a:ahLst/>
              <a:cxnLst/>
              <a:rect r="r" b="b" t="t" l="l"/>
              <a:pathLst>
                <a:path h="730250" w="5486400">
                  <a:moveTo>
                    <a:pt x="0" y="0"/>
                  </a:moveTo>
                  <a:lnTo>
                    <a:pt x="5486400" y="0"/>
                  </a:lnTo>
                  <a:lnTo>
                    <a:pt x="5486400" y="730250"/>
                  </a:lnTo>
                  <a:lnTo>
                    <a:pt x="0" y="730250"/>
                  </a:lnTo>
                  <a:close/>
                </a:path>
              </a:pathLst>
            </a:custGeom>
            <a:blipFill>
              <a:blip r:embed="rId2">
                <a:alphaModFix amt="0"/>
              </a:blip>
              <a:stretch>
                <a:fillRect l="0" t="-96391" r="0" b="-96391"/>
              </a:stretch>
            </a:blipFill>
          </p:spPr>
        </p:sp>
        <p:sp>
          <p:nvSpPr>
            <p:cNvPr name="TextBox 22" id="22"/>
            <p:cNvSpPr txBox="true"/>
            <p:nvPr/>
          </p:nvSpPr>
          <p:spPr>
            <a:xfrm>
              <a:off x="0" y="-9525"/>
              <a:ext cx="5486400" cy="739775"/>
            </a:xfrm>
            <a:prstGeom prst="rect">
              <a:avLst/>
            </a:prstGeom>
          </p:spPr>
          <p:txBody>
            <a:bodyPr anchor="ctr" rtlCol="false" tIns="0" lIns="0" bIns="0" rIns="0"/>
            <a:lstStyle/>
            <a:p>
              <a:pPr algn="l">
                <a:lnSpc>
                  <a:spcPts val="1980"/>
                </a:lnSpc>
              </a:pPr>
              <a:r>
                <a:rPr lang="en-US" sz="1650">
                  <a:solidFill>
                    <a:srgbClr val="2E83C3"/>
                  </a:solidFill>
                  <a:latin typeface="Trebuchet MS"/>
                  <a:ea typeface="Trebuchet MS"/>
                  <a:cs typeface="Trebuchet MS"/>
                  <a:sym typeface="Trebuchet MS"/>
                </a:rPr>
                <a:t>9/8/2026</a:t>
              </a:r>
            </a:p>
          </p:txBody>
        </p:sp>
      </p:grpSp>
      <p:grpSp>
        <p:nvGrpSpPr>
          <p:cNvPr name="Group 23" id="23"/>
          <p:cNvGrpSpPr/>
          <p:nvPr/>
        </p:nvGrpSpPr>
        <p:grpSpPr>
          <a:xfrm rot="0">
            <a:off x="2168290" y="9568358"/>
            <a:ext cx="6172200" cy="547688"/>
            <a:chOff x="0" y="0"/>
            <a:chExt cx="8229600" cy="730250"/>
          </a:xfrm>
        </p:grpSpPr>
        <p:sp>
          <p:nvSpPr>
            <p:cNvPr name="Freeform 24" id="24"/>
            <p:cNvSpPr/>
            <p:nvPr/>
          </p:nvSpPr>
          <p:spPr>
            <a:xfrm flipH="false" flipV="false" rot="0">
              <a:off x="0" y="0"/>
              <a:ext cx="8229600" cy="730250"/>
            </a:xfrm>
            <a:custGeom>
              <a:avLst/>
              <a:gdLst/>
              <a:ahLst/>
              <a:cxnLst/>
              <a:rect r="r" b="b" t="t" l="l"/>
              <a:pathLst>
                <a:path h="730250" w="8229600">
                  <a:moveTo>
                    <a:pt x="0" y="0"/>
                  </a:moveTo>
                  <a:lnTo>
                    <a:pt x="8229600" y="0"/>
                  </a:lnTo>
                  <a:lnTo>
                    <a:pt x="8229600" y="730250"/>
                  </a:lnTo>
                  <a:lnTo>
                    <a:pt x="0" y="730250"/>
                  </a:lnTo>
                  <a:close/>
                </a:path>
              </a:pathLst>
            </a:custGeom>
            <a:blipFill>
              <a:blip r:embed="rId2">
                <a:alphaModFix amt="0"/>
              </a:blip>
              <a:stretch>
                <a:fillRect l="0" t="-169587" r="0" b="-169587"/>
              </a:stretch>
            </a:blipFill>
          </p:spPr>
        </p:sp>
        <p:sp>
          <p:nvSpPr>
            <p:cNvPr name="TextBox 25" id="25"/>
            <p:cNvSpPr txBox="true"/>
            <p:nvPr/>
          </p:nvSpPr>
          <p:spPr>
            <a:xfrm>
              <a:off x="0" y="-9525"/>
              <a:ext cx="8229600" cy="739775"/>
            </a:xfrm>
            <a:prstGeom prst="rect">
              <a:avLst/>
            </a:prstGeom>
          </p:spPr>
          <p:txBody>
            <a:bodyPr anchor="ctr" rtlCol="false" tIns="0" lIns="0" bIns="0" rIns="0"/>
            <a:lstStyle/>
            <a:p>
              <a:pPr algn="l">
                <a:lnSpc>
                  <a:spcPts val="1980"/>
                </a:lnSpc>
              </a:pPr>
              <a:r>
                <a:rPr lang="en-US" sz="1650" b="true">
                  <a:solidFill>
                    <a:srgbClr val="2E83C3"/>
                  </a:solidFill>
                  <a:latin typeface="Trebuchet MS Bold"/>
                  <a:ea typeface="Trebuchet MS Bold"/>
                  <a:cs typeface="Trebuchet MS Bold"/>
                  <a:sym typeface="Trebuchet MS Bold"/>
                </a:rPr>
                <a:t>Annual Review</a:t>
              </a:r>
            </a:p>
          </p:txBody>
        </p:sp>
      </p:grpSp>
      <p:grpSp>
        <p:nvGrpSpPr>
          <p:cNvPr name="Group 26" id="26"/>
          <p:cNvGrpSpPr/>
          <p:nvPr/>
        </p:nvGrpSpPr>
        <p:grpSpPr>
          <a:xfrm rot="0">
            <a:off x="13208003" y="9568358"/>
            <a:ext cx="4114800" cy="547688"/>
            <a:chOff x="0" y="0"/>
            <a:chExt cx="5486400" cy="730250"/>
          </a:xfrm>
        </p:grpSpPr>
        <p:sp>
          <p:nvSpPr>
            <p:cNvPr name="Freeform 27" id="27"/>
            <p:cNvSpPr/>
            <p:nvPr/>
          </p:nvSpPr>
          <p:spPr>
            <a:xfrm flipH="false" flipV="false" rot="0">
              <a:off x="0" y="0"/>
              <a:ext cx="5486400" cy="730250"/>
            </a:xfrm>
            <a:custGeom>
              <a:avLst/>
              <a:gdLst/>
              <a:ahLst/>
              <a:cxnLst/>
              <a:rect r="r" b="b" t="t" l="l"/>
              <a:pathLst>
                <a:path h="730250" w="5486400">
                  <a:moveTo>
                    <a:pt x="0" y="0"/>
                  </a:moveTo>
                  <a:lnTo>
                    <a:pt x="5486400" y="0"/>
                  </a:lnTo>
                  <a:lnTo>
                    <a:pt x="5486400" y="730250"/>
                  </a:lnTo>
                  <a:lnTo>
                    <a:pt x="0" y="730250"/>
                  </a:lnTo>
                  <a:close/>
                </a:path>
              </a:pathLst>
            </a:custGeom>
            <a:blipFill>
              <a:blip r:embed="rId2">
                <a:alphaModFix amt="0"/>
              </a:blip>
              <a:stretch>
                <a:fillRect l="0" t="-96391" r="0" b="-96391"/>
              </a:stretch>
            </a:blipFill>
          </p:spPr>
        </p:sp>
        <p:sp>
          <p:nvSpPr>
            <p:cNvPr name="TextBox 28" id="28"/>
            <p:cNvSpPr txBox="true"/>
            <p:nvPr/>
          </p:nvSpPr>
          <p:spPr>
            <a:xfrm>
              <a:off x="0" y="-9525"/>
              <a:ext cx="5486400" cy="739775"/>
            </a:xfrm>
            <a:prstGeom prst="rect">
              <a:avLst/>
            </a:prstGeom>
          </p:spPr>
          <p:txBody>
            <a:bodyPr anchor="ctr" rtlCol="false" tIns="0" lIns="0" bIns="0" rIns="0"/>
            <a:lstStyle/>
            <a:p>
              <a:pPr algn="r">
                <a:lnSpc>
                  <a:spcPts val="1980"/>
                </a:lnSpc>
              </a:pPr>
              <a:r>
                <a:rPr lang="en-US" sz="1650">
                  <a:solidFill>
                    <a:srgbClr val="2E946B"/>
                  </a:solidFill>
                  <a:latin typeface="Trebuchet MS"/>
                  <a:ea typeface="Trebuchet MS"/>
                  <a:cs typeface="Trebuchet MS"/>
                  <a:sym typeface="Trebuchet MS"/>
                </a:rPr>
                <a:t>‹#›</a:t>
              </a:r>
            </a:p>
          </p:txBody>
        </p:sp>
      </p:grpSp>
      <p:grpSp>
        <p:nvGrpSpPr>
          <p:cNvPr name="Group 29" id="29"/>
          <p:cNvGrpSpPr/>
          <p:nvPr/>
        </p:nvGrpSpPr>
        <p:grpSpPr>
          <a:xfrm rot="0">
            <a:off x="14031687" y="8045977"/>
            <a:ext cx="685800" cy="685800"/>
            <a:chOff x="0" y="0"/>
            <a:chExt cx="914400" cy="914400"/>
          </a:xfrm>
        </p:grpSpPr>
        <p:sp>
          <p:nvSpPr>
            <p:cNvPr name="Freeform 30" id="30"/>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solidFill>
              <a:srgbClr val="42B051"/>
            </a:solidFill>
          </p:spPr>
        </p:sp>
      </p:grpSp>
      <p:grpSp>
        <p:nvGrpSpPr>
          <p:cNvPr name="Group 31" id="31"/>
          <p:cNvGrpSpPr/>
          <p:nvPr/>
        </p:nvGrpSpPr>
        <p:grpSpPr>
          <a:xfrm rot="0">
            <a:off x="10039188" y="2549833"/>
            <a:ext cx="479622" cy="479622"/>
            <a:chOff x="0" y="0"/>
            <a:chExt cx="639496" cy="639496"/>
          </a:xfrm>
        </p:grpSpPr>
        <p:sp>
          <p:nvSpPr>
            <p:cNvPr name="Freeform 32" id="32"/>
            <p:cNvSpPr/>
            <p:nvPr/>
          </p:nvSpPr>
          <p:spPr>
            <a:xfrm flipH="false" flipV="false" rot="0">
              <a:off x="0" y="0"/>
              <a:ext cx="639445" cy="639445"/>
            </a:xfrm>
            <a:custGeom>
              <a:avLst/>
              <a:gdLst/>
              <a:ahLst/>
              <a:cxnLst/>
              <a:rect r="r" b="b" t="t" l="l"/>
              <a:pathLst>
                <a:path h="639445" w="639445">
                  <a:moveTo>
                    <a:pt x="0" y="0"/>
                  </a:moveTo>
                  <a:lnTo>
                    <a:pt x="639445" y="0"/>
                  </a:lnTo>
                  <a:lnTo>
                    <a:pt x="639445" y="639445"/>
                  </a:lnTo>
                  <a:lnTo>
                    <a:pt x="0" y="639445"/>
                  </a:lnTo>
                  <a:close/>
                </a:path>
              </a:pathLst>
            </a:custGeom>
            <a:solidFill>
              <a:srgbClr val="2E83C3"/>
            </a:solidFill>
          </p:spPr>
        </p:sp>
      </p:grpSp>
      <p:grpSp>
        <p:nvGrpSpPr>
          <p:cNvPr name="Group 33" id="33"/>
          <p:cNvGrpSpPr/>
          <p:nvPr/>
        </p:nvGrpSpPr>
        <p:grpSpPr>
          <a:xfrm rot="0">
            <a:off x="14031687" y="8846610"/>
            <a:ext cx="269967" cy="269967"/>
            <a:chOff x="0" y="0"/>
            <a:chExt cx="359956" cy="359956"/>
          </a:xfrm>
        </p:grpSpPr>
        <p:sp>
          <p:nvSpPr>
            <p:cNvPr name="Freeform 34" id="34"/>
            <p:cNvSpPr/>
            <p:nvPr/>
          </p:nvSpPr>
          <p:spPr>
            <a:xfrm flipH="false" flipV="false" rot="0">
              <a:off x="0" y="0"/>
              <a:ext cx="359918" cy="359918"/>
            </a:xfrm>
            <a:custGeom>
              <a:avLst/>
              <a:gdLst/>
              <a:ahLst/>
              <a:cxnLst/>
              <a:rect r="r" b="b" t="t" l="l"/>
              <a:pathLst>
                <a:path h="359918" w="359918">
                  <a:moveTo>
                    <a:pt x="0" y="0"/>
                  </a:moveTo>
                  <a:lnTo>
                    <a:pt x="359918" y="0"/>
                  </a:lnTo>
                  <a:lnTo>
                    <a:pt x="359918" y="359918"/>
                  </a:lnTo>
                  <a:lnTo>
                    <a:pt x="0" y="359918"/>
                  </a:lnTo>
                  <a:close/>
                </a:path>
              </a:pathLst>
            </a:custGeom>
            <a:solidFill>
              <a:srgbClr val="2E946B"/>
            </a:solidFill>
          </p:spPr>
        </p:sp>
      </p:grpSp>
      <p:grpSp>
        <p:nvGrpSpPr>
          <p:cNvPr name="Group 35" id="35"/>
          <p:cNvGrpSpPr/>
          <p:nvPr/>
        </p:nvGrpSpPr>
        <p:grpSpPr>
          <a:xfrm rot="0">
            <a:off x="1013936" y="9707880"/>
            <a:ext cx="3214688" cy="289560"/>
            <a:chOff x="0" y="0"/>
            <a:chExt cx="4286250" cy="386080"/>
          </a:xfrm>
        </p:grpSpPr>
        <p:sp>
          <p:nvSpPr>
            <p:cNvPr name="Freeform 36" id="36"/>
            <p:cNvSpPr/>
            <p:nvPr/>
          </p:nvSpPr>
          <p:spPr>
            <a:xfrm flipH="false" flipV="false" rot="0">
              <a:off x="0" y="0"/>
              <a:ext cx="4286250" cy="386080"/>
            </a:xfrm>
            <a:custGeom>
              <a:avLst/>
              <a:gdLst/>
              <a:ahLst/>
              <a:cxnLst/>
              <a:rect r="r" b="b" t="t" l="l"/>
              <a:pathLst>
                <a:path h="386080" w="4286250">
                  <a:moveTo>
                    <a:pt x="0" y="0"/>
                  </a:moveTo>
                  <a:lnTo>
                    <a:pt x="4286250" y="0"/>
                  </a:lnTo>
                  <a:lnTo>
                    <a:pt x="4286250" y="386080"/>
                  </a:lnTo>
                  <a:lnTo>
                    <a:pt x="0" y="386080"/>
                  </a:lnTo>
                  <a:lnTo>
                    <a:pt x="0" y="0"/>
                  </a:lnTo>
                  <a:close/>
                </a:path>
              </a:pathLst>
            </a:custGeom>
            <a:blipFill>
              <a:blip r:embed="rId3"/>
              <a:stretch>
                <a:fillRect l="0" t="-2518486" r="-135857" b="0"/>
              </a:stretch>
            </a:blipFill>
          </p:spPr>
        </p:sp>
      </p:grpSp>
      <p:sp>
        <p:nvSpPr>
          <p:cNvPr name="TextBox 37" id="37"/>
          <p:cNvSpPr txBox="true"/>
          <p:nvPr/>
        </p:nvSpPr>
        <p:spPr>
          <a:xfrm rot="0">
            <a:off x="1105376" y="582549"/>
            <a:ext cx="4289584" cy="1174109"/>
          </a:xfrm>
          <a:prstGeom prst="rect">
            <a:avLst/>
          </a:prstGeom>
        </p:spPr>
        <p:txBody>
          <a:bodyPr anchor="t" rtlCol="false" tIns="0" lIns="0" bIns="0" rIns="0">
            <a:spAutoFit/>
          </a:bodyPr>
          <a:lstStyle/>
          <a:p>
            <a:pPr algn="l">
              <a:lnSpc>
                <a:spcPts val="8640"/>
              </a:lnSpc>
            </a:pPr>
            <a:r>
              <a:rPr lang="en-US" sz="7200" b="true">
                <a:solidFill>
                  <a:srgbClr val="000000"/>
                </a:solidFill>
                <a:latin typeface="Trebuchet MS Bold"/>
                <a:ea typeface="Trebuchet MS Bold"/>
                <a:cs typeface="Trebuchet MS Bold"/>
                <a:sym typeface="Trebuchet MS Bold"/>
              </a:rPr>
              <a:t>RESULTS </a:t>
            </a:r>
          </a:p>
        </p:txBody>
      </p:sp>
      <p:grpSp>
        <p:nvGrpSpPr>
          <p:cNvPr name="Group 38" id="38"/>
          <p:cNvGrpSpPr/>
          <p:nvPr/>
        </p:nvGrpSpPr>
        <p:grpSpPr>
          <a:xfrm rot="0">
            <a:off x="1893494" y="1802378"/>
            <a:ext cx="10545070" cy="8047653"/>
            <a:chOff x="0" y="0"/>
            <a:chExt cx="14060094" cy="10730205"/>
          </a:xfrm>
        </p:grpSpPr>
        <p:sp>
          <p:nvSpPr>
            <p:cNvPr name="Freeform 39" id="39"/>
            <p:cNvSpPr/>
            <p:nvPr/>
          </p:nvSpPr>
          <p:spPr>
            <a:xfrm flipH="false" flipV="false" rot="0">
              <a:off x="0" y="0"/>
              <a:ext cx="14060043" cy="10730230"/>
            </a:xfrm>
            <a:custGeom>
              <a:avLst/>
              <a:gdLst/>
              <a:ahLst/>
              <a:cxnLst/>
              <a:rect r="r" b="b" t="t" l="l"/>
              <a:pathLst>
                <a:path h="10730230" w="14060043">
                  <a:moveTo>
                    <a:pt x="0" y="0"/>
                  </a:moveTo>
                  <a:lnTo>
                    <a:pt x="14060043" y="0"/>
                  </a:lnTo>
                  <a:lnTo>
                    <a:pt x="14060043" y="10730230"/>
                  </a:lnTo>
                  <a:lnTo>
                    <a:pt x="0" y="10730230"/>
                  </a:lnTo>
                  <a:lnTo>
                    <a:pt x="0" y="0"/>
                  </a:lnTo>
                  <a:close/>
                </a:path>
              </a:pathLst>
            </a:custGeom>
            <a:blipFill>
              <a:blip r:embed="rId4"/>
              <a:stretch>
                <a:fillRect l="0" t="-2266" r="0" b="-2266"/>
              </a:stretch>
            </a:blipFill>
          </p:spPr>
        </p:sp>
      </p:gr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4791360">
            <a:off x="9738484" y="5138738"/>
            <a:ext cx="10464870" cy="0"/>
          </a:xfrm>
          <a:prstGeom prst="line">
            <a:avLst/>
          </a:prstGeom>
          <a:ln cap="rnd" w="9525">
            <a:solidFill>
              <a:srgbClr val="5FCBEF"/>
            </a:solidFill>
            <a:prstDash val="solid"/>
            <a:headEnd type="none" len="sm" w="sm"/>
            <a:tailEnd type="none" len="sm" w="sm"/>
          </a:ln>
        </p:spPr>
      </p:sp>
      <p:sp>
        <p:nvSpPr>
          <p:cNvPr name="AutoShape 3" id="3"/>
          <p:cNvSpPr/>
          <p:nvPr/>
        </p:nvSpPr>
        <p:spPr>
          <a:xfrm rot="8776560">
            <a:off x="10406482" y="7899797"/>
            <a:ext cx="8608171" cy="0"/>
          </a:xfrm>
          <a:prstGeom prst="line">
            <a:avLst/>
          </a:prstGeom>
          <a:ln cap="rnd" w="9525">
            <a:solidFill>
              <a:srgbClr val="5FCBEF"/>
            </a:solidFill>
            <a:prstDash val="solid"/>
            <a:headEnd type="none" len="sm" w="sm"/>
            <a:tailEnd type="none" len="sm" w="sm"/>
          </a:ln>
        </p:spPr>
      </p:sp>
      <p:grpSp>
        <p:nvGrpSpPr>
          <p:cNvPr name="Group 4" id="4"/>
          <p:cNvGrpSpPr/>
          <p:nvPr/>
        </p:nvGrpSpPr>
        <p:grpSpPr>
          <a:xfrm rot="0">
            <a:off x="13772217" y="-12697"/>
            <a:ext cx="4511021" cy="10299697"/>
            <a:chOff x="0" y="0"/>
            <a:chExt cx="6014695" cy="13732929"/>
          </a:xfrm>
        </p:grpSpPr>
        <p:sp>
          <p:nvSpPr>
            <p:cNvPr name="Freeform 5" id="5"/>
            <p:cNvSpPr/>
            <p:nvPr/>
          </p:nvSpPr>
          <p:spPr>
            <a:xfrm flipH="false" flipV="false" rot="0">
              <a:off x="0" y="0"/>
              <a:ext cx="6014720" cy="13732890"/>
            </a:xfrm>
            <a:custGeom>
              <a:avLst/>
              <a:gdLst/>
              <a:ahLst/>
              <a:cxnLst/>
              <a:rect r="r" b="b" t="t" l="l"/>
              <a:pathLst>
                <a:path h="13732890" w="6014720">
                  <a:moveTo>
                    <a:pt x="4091051" y="0"/>
                  </a:moveTo>
                  <a:lnTo>
                    <a:pt x="6014720" y="0"/>
                  </a:lnTo>
                  <a:lnTo>
                    <a:pt x="6014720" y="13732890"/>
                  </a:lnTo>
                  <a:lnTo>
                    <a:pt x="0" y="13732890"/>
                  </a:lnTo>
                  <a:lnTo>
                    <a:pt x="4091051" y="0"/>
                  </a:lnTo>
                  <a:close/>
                </a:path>
              </a:pathLst>
            </a:custGeom>
            <a:solidFill>
              <a:srgbClr val="5FCBEF">
                <a:alpha val="12941"/>
              </a:srgbClr>
            </a:solidFill>
          </p:spPr>
        </p:sp>
      </p:grpSp>
      <p:grpSp>
        <p:nvGrpSpPr>
          <p:cNvPr name="Group 6" id="6"/>
          <p:cNvGrpSpPr/>
          <p:nvPr/>
        </p:nvGrpSpPr>
        <p:grpSpPr>
          <a:xfrm rot="0">
            <a:off x="14405162" y="-12697"/>
            <a:ext cx="3882838" cy="10299697"/>
            <a:chOff x="0" y="0"/>
            <a:chExt cx="5177117" cy="13732929"/>
          </a:xfrm>
        </p:grpSpPr>
        <p:sp>
          <p:nvSpPr>
            <p:cNvPr name="Freeform 7" id="7"/>
            <p:cNvSpPr/>
            <p:nvPr/>
          </p:nvSpPr>
          <p:spPr>
            <a:xfrm flipH="false" flipV="false" rot="0">
              <a:off x="0" y="0"/>
              <a:ext cx="5177155" cy="13732890"/>
            </a:xfrm>
            <a:custGeom>
              <a:avLst/>
              <a:gdLst/>
              <a:ahLst/>
              <a:cxnLst/>
              <a:rect r="r" b="b" t="t" l="l"/>
              <a:pathLst>
                <a:path h="13732890" w="5177155">
                  <a:moveTo>
                    <a:pt x="0" y="0"/>
                  </a:moveTo>
                  <a:lnTo>
                    <a:pt x="5177155" y="0"/>
                  </a:lnTo>
                  <a:lnTo>
                    <a:pt x="5177155" y="13732890"/>
                  </a:lnTo>
                  <a:lnTo>
                    <a:pt x="2418969" y="13732890"/>
                  </a:lnTo>
                  <a:lnTo>
                    <a:pt x="0" y="0"/>
                  </a:lnTo>
                  <a:close/>
                </a:path>
              </a:pathLst>
            </a:custGeom>
            <a:solidFill>
              <a:srgbClr val="5FCBEF">
                <a:alpha val="3922"/>
              </a:srgbClr>
            </a:solidFill>
          </p:spPr>
        </p:sp>
      </p:grpSp>
      <p:grpSp>
        <p:nvGrpSpPr>
          <p:cNvPr name="Group 8" id="8"/>
          <p:cNvGrpSpPr/>
          <p:nvPr/>
        </p:nvGrpSpPr>
        <p:grpSpPr>
          <a:xfrm rot="0">
            <a:off x="13398503" y="4572000"/>
            <a:ext cx="4889497" cy="5715000"/>
            <a:chOff x="0" y="0"/>
            <a:chExt cx="6519329" cy="7620000"/>
          </a:xfrm>
        </p:grpSpPr>
        <p:sp>
          <p:nvSpPr>
            <p:cNvPr name="Freeform 9" id="9"/>
            <p:cNvSpPr/>
            <p:nvPr/>
          </p:nvSpPr>
          <p:spPr>
            <a:xfrm flipH="false" flipV="false" rot="0">
              <a:off x="0" y="0"/>
              <a:ext cx="6519291" cy="7620000"/>
            </a:xfrm>
            <a:custGeom>
              <a:avLst/>
              <a:gdLst/>
              <a:ahLst/>
              <a:cxnLst/>
              <a:rect r="r" b="b" t="t" l="l"/>
              <a:pathLst>
                <a:path h="7620000" w="6519291">
                  <a:moveTo>
                    <a:pt x="0" y="7620000"/>
                  </a:moveTo>
                  <a:lnTo>
                    <a:pt x="6519291" y="0"/>
                  </a:lnTo>
                  <a:lnTo>
                    <a:pt x="6519291" y="7620000"/>
                  </a:lnTo>
                  <a:close/>
                </a:path>
              </a:pathLst>
            </a:custGeom>
            <a:solidFill>
              <a:srgbClr val="17B0E4">
                <a:alpha val="43529"/>
              </a:srgbClr>
            </a:solidFill>
          </p:spPr>
        </p:sp>
      </p:grpSp>
      <p:grpSp>
        <p:nvGrpSpPr>
          <p:cNvPr name="Group 10" id="10"/>
          <p:cNvGrpSpPr/>
          <p:nvPr/>
        </p:nvGrpSpPr>
        <p:grpSpPr>
          <a:xfrm rot="0">
            <a:off x="14001750" y="-12697"/>
            <a:ext cx="4281488" cy="10299697"/>
            <a:chOff x="0" y="0"/>
            <a:chExt cx="5708650" cy="13732929"/>
          </a:xfrm>
        </p:grpSpPr>
        <p:sp>
          <p:nvSpPr>
            <p:cNvPr name="Freeform 11" id="11"/>
            <p:cNvSpPr/>
            <p:nvPr/>
          </p:nvSpPr>
          <p:spPr>
            <a:xfrm flipH="false" flipV="false" rot="0">
              <a:off x="0" y="0"/>
              <a:ext cx="5708650" cy="13732890"/>
            </a:xfrm>
            <a:custGeom>
              <a:avLst/>
              <a:gdLst/>
              <a:ahLst/>
              <a:cxnLst/>
              <a:rect r="r" b="b" t="t" l="l"/>
              <a:pathLst>
                <a:path h="13732890" w="5708650">
                  <a:moveTo>
                    <a:pt x="0" y="0"/>
                  </a:moveTo>
                  <a:lnTo>
                    <a:pt x="5708650" y="0"/>
                  </a:lnTo>
                  <a:lnTo>
                    <a:pt x="5708650" y="13732890"/>
                  </a:lnTo>
                  <a:lnTo>
                    <a:pt x="4941443" y="13732890"/>
                  </a:lnTo>
                  <a:lnTo>
                    <a:pt x="0" y="0"/>
                  </a:lnTo>
                  <a:close/>
                </a:path>
              </a:pathLst>
            </a:custGeom>
            <a:solidFill>
              <a:srgbClr val="17B0E4">
                <a:alpha val="24706"/>
              </a:srgbClr>
            </a:solidFill>
          </p:spPr>
        </p:sp>
      </p:grpSp>
      <p:grpSp>
        <p:nvGrpSpPr>
          <p:cNvPr name="Group 12" id="12"/>
          <p:cNvGrpSpPr/>
          <p:nvPr/>
        </p:nvGrpSpPr>
        <p:grpSpPr>
          <a:xfrm rot="0">
            <a:off x="16348091" y="-12697"/>
            <a:ext cx="1935137" cy="10299697"/>
            <a:chOff x="0" y="0"/>
            <a:chExt cx="2580183" cy="13732929"/>
          </a:xfrm>
        </p:grpSpPr>
        <p:sp>
          <p:nvSpPr>
            <p:cNvPr name="Freeform 13" id="13"/>
            <p:cNvSpPr/>
            <p:nvPr/>
          </p:nvSpPr>
          <p:spPr>
            <a:xfrm flipH="false" flipV="false" rot="0">
              <a:off x="0" y="0"/>
              <a:ext cx="2580259" cy="13732890"/>
            </a:xfrm>
            <a:custGeom>
              <a:avLst/>
              <a:gdLst/>
              <a:ahLst/>
              <a:cxnLst/>
              <a:rect r="r" b="b" t="t" l="l"/>
              <a:pathLst>
                <a:path h="13732890" w="2580259">
                  <a:moveTo>
                    <a:pt x="2039493" y="0"/>
                  </a:moveTo>
                  <a:lnTo>
                    <a:pt x="2580259" y="0"/>
                  </a:lnTo>
                  <a:lnTo>
                    <a:pt x="2580259" y="13732890"/>
                  </a:lnTo>
                  <a:lnTo>
                    <a:pt x="0" y="13732890"/>
                  </a:lnTo>
                  <a:lnTo>
                    <a:pt x="2039493" y="0"/>
                  </a:lnTo>
                  <a:close/>
                </a:path>
              </a:pathLst>
            </a:custGeom>
            <a:solidFill>
              <a:srgbClr val="2E83C3">
                <a:alpha val="48627"/>
              </a:srgbClr>
            </a:solidFill>
          </p:spPr>
        </p:sp>
      </p:grpSp>
      <p:grpSp>
        <p:nvGrpSpPr>
          <p:cNvPr name="Group 14" id="14"/>
          <p:cNvGrpSpPr/>
          <p:nvPr/>
        </p:nvGrpSpPr>
        <p:grpSpPr>
          <a:xfrm rot="0">
            <a:off x="16408498" y="-12697"/>
            <a:ext cx="1874739" cy="10299697"/>
            <a:chOff x="0" y="0"/>
            <a:chExt cx="2499652" cy="13732929"/>
          </a:xfrm>
        </p:grpSpPr>
        <p:sp>
          <p:nvSpPr>
            <p:cNvPr name="Freeform 15" id="15"/>
            <p:cNvSpPr/>
            <p:nvPr/>
          </p:nvSpPr>
          <p:spPr>
            <a:xfrm flipH="false" flipV="false" rot="0">
              <a:off x="0" y="0"/>
              <a:ext cx="2499614" cy="13732890"/>
            </a:xfrm>
            <a:custGeom>
              <a:avLst/>
              <a:gdLst/>
              <a:ahLst/>
              <a:cxnLst/>
              <a:rect r="r" b="b" t="t" l="l"/>
              <a:pathLst>
                <a:path h="13732890" w="2499614">
                  <a:moveTo>
                    <a:pt x="0" y="0"/>
                  </a:moveTo>
                  <a:lnTo>
                    <a:pt x="2499614" y="0"/>
                  </a:lnTo>
                  <a:lnTo>
                    <a:pt x="2499614" y="13732890"/>
                  </a:lnTo>
                  <a:lnTo>
                    <a:pt x="2218817" y="13732890"/>
                  </a:lnTo>
                  <a:lnTo>
                    <a:pt x="0" y="0"/>
                  </a:lnTo>
                  <a:close/>
                </a:path>
              </a:pathLst>
            </a:custGeom>
            <a:solidFill>
              <a:srgbClr val="236292">
                <a:alpha val="63922"/>
              </a:srgbClr>
            </a:solidFill>
          </p:spPr>
        </p:sp>
      </p:grpSp>
      <p:grpSp>
        <p:nvGrpSpPr>
          <p:cNvPr name="Group 16" id="16"/>
          <p:cNvGrpSpPr/>
          <p:nvPr/>
        </p:nvGrpSpPr>
        <p:grpSpPr>
          <a:xfrm rot="0">
            <a:off x="15557497" y="5384797"/>
            <a:ext cx="2725741" cy="4902203"/>
            <a:chOff x="0" y="0"/>
            <a:chExt cx="3634321" cy="6536271"/>
          </a:xfrm>
        </p:grpSpPr>
        <p:sp>
          <p:nvSpPr>
            <p:cNvPr name="Freeform 17" id="17"/>
            <p:cNvSpPr/>
            <p:nvPr/>
          </p:nvSpPr>
          <p:spPr>
            <a:xfrm flipH="false" flipV="false" rot="0">
              <a:off x="0" y="0"/>
              <a:ext cx="3634359" cy="6536309"/>
            </a:xfrm>
            <a:custGeom>
              <a:avLst/>
              <a:gdLst/>
              <a:ahLst/>
              <a:cxnLst/>
              <a:rect r="r" b="b" t="t" l="l"/>
              <a:pathLst>
                <a:path h="6536309" w="3634359">
                  <a:moveTo>
                    <a:pt x="0" y="6536309"/>
                  </a:moveTo>
                  <a:lnTo>
                    <a:pt x="3634359" y="0"/>
                  </a:lnTo>
                  <a:lnTo>
                    <a:pt x="3634359" y="6536309"/>
                  </a:lnTo>
                  <a:close/>
                </a:path>
              </a:pathLst>
            </a:custGeom>
            <a:solidFill>
              <a:srgbClr val="17B0E4">
                <a:alpha val="43529"/>
              </a:srgbClr>
            </a:solidFill>
          </p:spPr>
        </p:sp>
      </p:grpSp>
      <p:grpSp>
        <p:nvGrpSpPr>
          <p:cNvPr name="Group 18" id="18"/>
          <p:cNvGrpSpPr/>
          <p:nvPr/>
        </p:nvGrpSpPr>
        <p:grpSpPr>
          <a:xfrm rot="0">
            <a:off x="0" y="6019800"/>
            <a:ext cx="673103" cy="4267200"/>
            <a:chOff x="0" y="0"/>
            <a:chExt cx="897471" cy="5689600"/>
          </a:xfrm>
        </p:grpSpPr>
        <p:sp>
          <p:nvSpPr>
            <p:cNvPr name="Freeform 19" id="19"/>
            <p:cNvSpPr/>
            <p:nvPr/>
          </p:nvSpPr>
          <p:spPr>
            <a:xfrm flipH="false" flipV="false" rot="0">
              <a:off x="0" y="0"/>
              <a:ext cx="897509" cy="5689600"/>
            </a:xfrm>
            <a:custGeom>
              <a:avLst/>
              <a:gdLst/>
              <a:ahLst/>
              <a:cxnLst/>
              <a:rect r="r" b="b" t="t" l="l"/>
              <a:pathLst>
                <a:path h="5689600" w="897509">
                  <a:moveTo>
                    <a:pt x="0" y="5689600"/>
                  </a:moveTo>
                  <a:lnTo>
                    <a:pt x="0" y="0"/>
                  </a:lnTo>
                  <a:lnTo>
                    <a:pt x="897509" y="5689600"/>
                  </a:lnTo>
                  <a:close/>
                </a:path>
              </a:pathLst>
            </a:custGeom>
            <a:solidFill>
              <a:srgbClr val="5FCBEF">
                <a:alpha val="48627"/>
              </a:srgbClr>
            </a:solidFill>
          </p:spPr>
        </p:sp>
      </p:grpSp>
      <p:grpSp>
        <p:nvGrpSpPr>
          <p:cNvPr name="Group 20" id="20"/>
          <p:cNvGrpSpPr/>
          <p:nvPr/>
        </p:nvGrpSpPr>
        <p:grpSpPr>
          <a:xfrm rot="0">
            <a:off x="990590" y="9568358"/>
            <a:ext cx="4114800" cy="547688"/>
            <a:chOff x="0" y="0"/>
            <a:chExt cx="5486400" cy="730250"/>
          </a:xfrm>
        </p:grpSpPr>
        <p:sp>
          <p:nvSpPr>
            <p:cNvPr name="Freeform 21" id="21"/>
            <p:cNvSpPr/>
            <p:nvPr/>
          </p:nvSpPr>
          <p:spPr>
            <a:xfrm flipH="false" flipV="false" rot="0">
              <a:off x="0" y="0"/>
              <a:ext cx="5486400" cy="730250"/>
            </a:xfrm>
            <a:custGeom>
              <a:avLst/>
              <a:gdLst/>
              <a:ahLst/>
              <a:cxnLst/>
              <a:rect r="r" b="b" t="t" l="l"/>
              <a:pathLst>
                <a:path h="730250" w="5486400">
                  <a:moveTo>
                    <a:pt x="0" y="0"/>
                  </a:moveTo>
                  <a:lnTo>
                    <a:pt x="5486400" y="0"/>
                  </a:lnTo>
                  <a:lnTo>
                    <a:pt x="5486400" y="730250"/>
                  </a:lnTo>
                  <a:lnTo>
                    <a:pt x="0" y="730250"/>
                  </a:lnTo>
                  <a:close/>
                </a:path>
              </a:pathLst>
            </a:custGeom>
            <a:blipFill>
              <a:blip r:embed="rId2">
                <a:alphaModFix amt="0"/>
              </a:blip>
              <a:stretch>
                <a:fillRect l="0" t="-96391" r="0" b="-96391"/>
              </a:stretch>
            </a:blipFill>
          </p:spPr>
        </p:sp>
        <p:sp>
          <p:nvSpPr>
            <p:cNvPr name="TextBox 22" id="22"/>
            <p:cNvSpPr txBox="true"/>
            <p:nvPr/>
          </p:nvSpPr>
          <p:spPr>
            <a:xfrm>
              <a:off x="0" y="-9525"/>
              <a:ext cx="5486400" cy="739775"/>
            </a:xfrm>
            <a:prstGeom prst="rect">
              <a:avLst/>
            </a:prstGeom>
          </p:spPr>
          <p:txBody>
            <a:bodyPr anchor="ctr" rtlCol="false" tIns="0" lIns="0" bIns="0" rIns="0"/>
            <a:lstStyle/>
            <a:p>
              <a:pPr algn="l">
                <a:lnSpc>
                  <a:spcPts val="1980"/>
                </a:lnSpc>
              </a:pPr>
              <a:r>
                <a:rPr lang="en-US" sz="1650">
                  <a:solidFill>
                    <a:srgbClr val="2E83C3"/>
                  </a:solidFill>
                  <a:latin typeface="Trebuchet MS"/>
                  <a:ea typeface="Trebuchet MS"/>
                  <a:cs typeface="Trebuchet MS"/>
                  <a:sym typeface="Trebuchet MS"/>
                </a:rPr>
                <a:t>9/8/2026</a:t>
              </a:r>
            </a:p>
          </p:txBody>
        </p:sp>
      </p:grpSp>
      <p:grpSp>
        <p:nvGrpSpPr>
          <p:cNvPr name="Group 23" id="23"/>
          <p:cNvGrpSpPr/>
          <p:nvPr/>
        </p:nvGrpSpPr>
        <p:grpSpPr>
          <a:xfrm rot="0">
            <a:off x="2168290" y="9568358"/>
            <a:ext cx="6172200" cy="547688"/>
            <a:chOff x="0" y="0"/>
            <a:chExt cx="8229600" cy="730250"/>
          </a:xfrm>
        </p:grpSpPr>
        <p:sp>
          <p:nvSpPr>
            <p:cNvPr name="Freeform 24" id="24"/>
            <p:cNvSpPr/>
            <p:nvPr/>
          </p:nvSpPr>
          <p:spPr>
            <a:xfrm flipH="false" flipV="false" rot="0">
              <a:off x="0" y="0"/>
              <a:ext cx="8229600" cy="730250"/>
            </a:xfrm>
            <a:custGeom>
              <a:avLst/>
              <a:gdLst/>
              <a:ahLst/>
              <a:cxnLst/>
              <a:rect r="r" b="b" t="t" l="l"/>
              <a:pathLst>
                <a:path h="730250" w="8229600">
                  <a:moveTo>
                    <a:pt x="0" y="0"/>
                  </a:moveTo>
                  <a:lnTo>
                    <a:pt x="8229600" y="0"/>
                  </a:lnTo>
                  <a:lnTo>
                    <a:pt x="8229600" y="730250"/>
                  </a:lnTo>
                  <a:lnTo>
                    <a:pt x="0" y="730250"/>
                  </a:lnTo>
                  <a:close/>
                </a:path>
              </a:pathLst>
            </a:custGeom>
            <a:blipFill>
              <a:blip r:embed="rId2">
                <a:alphaModFix amt="0"/>
              </a:blip>
              <a:stretch>
                <a:fillRect l="0" t="-169587" r="0" b="-169587"/>
              </a:stretch>
            </a:blipFill>
          </p:spPr>
        </p:sp>
        <p:sp>
          <p:nvSpPr>
            <p:cNvPr name="TextBox 25" id="25"/>
            <p:cNvSpPr txBox="true"/>
            <p:nvPr/>
          </p:nvSpPr>
          <p:spPr>
            <a:xfrm>
              <a:off x="0" y="-9525"/>
              <a:ext cx="8229600" cy="739775"/>
            </a:xfrm>
            <a:prstGeom prst="rect">
              <a:avLst/>
            </a:prstGeom>
          </p:spPr>
          <p:txBody>
            <a:bodyPr anchor="ctr" rtlCol="false" tIns="0" lIns="0" bIns="0" rIns="0"/>
            <a:lstStyle/>
            <a:p>
              <a:pPr algn="l">
                <a:lnSpc>
                  <a:spcPts val="1980"/>
                </a:lnSpc>
              </a:pPr>
              <a:r>
                <a:rPr lang="en-US" sz="1650" b="true">
                  <a:solidFill>
                    <a:srgbClr val="2E83C3"/>
                  </a:solidFill>
                  <a:latin typeface="Trebuchet MS Bold"/>
                  <a:ea typeface="Trebuchet MS Bold"/>
                  <a:cs typeface="Trebuchet MS Bold"/>
                  <a:sym typeface="Trebuchet MS Bold"/>
                </a:rPr>
                <a:t>Annual Review</a:t>
              </a:r>
            </a:p>
          </p:txBody>
        </p:sp>
      </p:grpSp>
      <p:grpSp>
        <p:nvGrpSpPr>
          <p:cNvPr name="Group 26" id="26"/>
          <p:cNvGrpSpPr/>
          <p:nvPr/>
        </p:nvGrpSpPr>
        <p:grpSpPr>
          <a:xfrm rot="0">
            <a:off x="13208003" y="9568358"/>
            <a:ext cx="4114800" cy="547688"/>
            <a:chOff x="0" y="0"/>
            <a:chExt cx="5486400" cy="730250"/>
          </a:xfrm>
        </p:grpSpPr>
        <p:sp>
          <p:nvSpPr>
            <p:cNvPr name="Freeform 27" id="27"/>
            <p:cNvSpPr/>
            <p:nvPr/>
          </p:nvSpPr>
          <p:spPr>
            <a:xfrm flipH="false" flipV="false" rot="0">
              <a:off x="0" y="0"/>
              <a:ext cx="5486400" cy="730250"/>
            </a:xfrm>
            <a:custGeom>
              <a:avLst/>
              <a:gdLst/>
              <a:ahLst/>
              <a:cxnLst/>
              <a:rect r="r" b="b" t="t" l="l"/>
              <a:pathLst>
                <a:path h="730250" w="5486400">
                  <a:moveTo>
                    <a:pt x="0" y="0"/>
                  </a:moveTo>
                  <a:lnTo>
                    <a:pt x="5486400" y="0"/>
                  </a:lnTo>
                  <a:lnTo>
                    <a:pt x="5486400" y="730250"/>
                  </a:lnTo>
                  <a:lnTo>
                    <a:pt x="0" y="730250"/>
                  </a:lnTo>
                  <a:close/>
                </a:path>
              </a:pathLst>
            </a:custGeom>
            <a:blipFill>
              <a:blip r:embed="rId2">
                <a:alphaModFix amt="0"/>
              </a:blip>
              <a:stretch>
                <a:fillRect l="0" t="-96391" r="0" b="-96391"/>
              </a:stretch>
            </a:blipFill>
          </p:spPr>
        </p:sp>
        <p:sp>
          <p:nvSpPr>
            <p:cNvPr name="TextBox 28" id="28"/>
            <p:cNvSpPr txBox="true"/>
            <p:nvPr/>
          </p:nvSpPr>
          <p:spPr>
            <a:xfrm>
              <a:off x="0" y="-9525"/>
              <a:ext cx="5486400" cy="739775"/>
            </a:xfrm>
            <a:prstGeom prst="rect">
              <a:avLst/>
            </a:prstGeom>
          </p:spPr>
          <p:txBody>
            <a:bodyPr anchor="ctr" rtlCol="false" tIns="0" lIns="0" bIns="0" rIns="0"/>
            <a:lstStyle/>
            <a:p>
              <a:pPr algn="r">
                <a:lnSpc>
                  <a:spcPts val="1980"/>
                </a:lnSpc>
              </a:pPr>
              <a:r>
                <a:rPr lang="en-US" sz="1650">
                  <a:solidFill>
                    <a:srgbClr val="2E946B"/>
                  </a:solidFill>
                  <a:latin typeface="Trebuchet MS"/>
                  <a:ea typeface="Trebuchet MS"/>
                  <a:cs typeface="Trebuchet MS"/>
                  <a:sym typeface="Trebuchet MS"/>
                </a:rPr>
                <a:t>‹#›</a:t>
              </a:r>
            </a:p>
          </p:txBody>
        </p:sp>
      </p:grpSp>
      <p:grpSp>
        <p:nvGrpSpPr>
          <p:cNvPr name="Group 29" id="29"/>
          <p:cNvGrpSpPr/>
          <p:nvPr/>
        </p:nvGrpSpPr>
        <p:grpSpPr>
          <a:xfrm rot="0">
            <a:off x="14031687" y="8045977"/>
            <a:ext cx="685800" cy="685800"/>
            <a:chOff x="0" y="0"/>
            <a:chExt cx="914400" cy="914400"/>
          </a:xfrm>
        </p:grpSpPr>
        <p:sp>
          <p:nvSpPr>
            <p:cNvPr name="Freeform 30" id="30"/>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solidFill>
              <a:srgbClr val="42B051"/>
            </a:solidFill>
          </p:spPr>
        </p:sp>
      </p:grpSp>
      <p:grpSp>
        <p:nvGrpSpPr>
          <p:cNvPr name="Group 31" id="31"/>
          <p:cNvGrpSpPr/>
          <p:nvPr/>
        </p:nvGrpSpPr>
        <p:grpSpPr>
          <a:xfrm rot="0">
            <a:off x="10039188" y="2549833"/>
            <a:ext cx="479622" cy="479622"/>
            <a:chOff x="0" y="0"/>
            <a:chExt cx="639496" cy="639496"/>
          </a:xfrm>
        </p:grpSpPr>
        <p:sp>
          <p:nvSpPr>
            <p:cNvPr name="Freeform 32" id="32"/>
            <p:cNvSpPr/>
            <p:nvPr/>
          </p:nvSpPr>
          <p:spPr>
            <a:xfrm flipH="false" flipV="false" rot="0">
              <a:off x="0" y="0"/>
              <a:ext cx="639445" cy="639445"/>
            </a:xfrm>
            <a:custGeom>
              <a:avLst/>
              <a:gdLst/>
              <a:ahLst/>
              <a:cxnLst/>
              <a:rect r="r" b="b" t="t" l="l"/>
              <a:pathLst>
                <a:path h="639445" w="639445">
                  <a:moveTo>
                    <a:pt x="0" y="0"/>
                  </a:moveTo>
                  <a:lnTo>
                    <a:pt x="639445" y="0"/>
                  </a:lnTo>
                  <a:lnTo>
                    <a:pt x="639445" y="639445"/>
                  </a:lnTo>
                  <a:lnTo>
                    <a:pt x="0" y="639445"/>
                  </a:lnTo>
                  <a:close/>
                </a:path>
              </a:pathLst>
            </a:custGeom>
            <a:solidFill>
              <a:srgbClr val="2E83C3"/>
            </a:solidFill>
          </p:spPr>
        </p:sp>
      </p:grpSp>
      <p:grpSp>
        <p:nvGrpSpPr>
          <p:cNvPr name="Group 33" id="33"/>
          <p:cNvGrpSpPr/>
          <p:nvPr/>
        </p:nvGrpSpPr>
        <p:grpSpPr>
          <a:xfrm rot="0">
            <a:off x="14031687" y="8846610"/>
            <a:ext cx="269967" cy="269967"/>
            <a:chOff x="0" y="0"/>
            <a:chExt cx="359956" cy="359956"/>
          </a:xfrm>
        </p:grpSpPr>
        <p:sp>
          <p:nvSpPr>
            <p:cNvPr name="Freeform 34" id="34"/>
            <p:cNvSpPr/>
            <p:nvPr/>
          </p:nvSpPr>
          <p:spPr>
            <a:xfrm flipH="false" flipV="false" rot="0">
              <a:off x="0" y="0"/>
              <a:ext cx="359918" cy="359918"/>
            </a:xfrm>
            <a:custGeom>
              <a:avLst/>
              <a:gdLst/>
              <a:ahLst/>
              <a:cxnLst/>
              <a:rect r="r" b="b" t="t" l="l"/>
              <a:pathLst>
                <a:path h="359918" w="359918">
                  <a:moveTo>
                    <a:pt x="0" y="0"/>
                  </a:moveTo>
                  <a:lnTo>
                    <a:pt x="359918" y="0"/>
                  </a:lnTo>
                  <a:lnTo>
                    <a:pt x="359918" y="359918"/>
                  </a:lnTo>
                  <a:lnTo>
                    <a:pt x="0" y="359918"/>
                  </a:lnTo>
                  <a:close/>
                </a:path>
              </a:pathLst>
            </a:custGeom>
            <a:solidFill>
              <a:srgbClr val="2E946B"/>
            </a:solidFill>
          </p:spPr>
        </p:sp>
      </p:grpSp>
      <p:grpSp>
        <p:nvGrpSpPr>
          <p:cNvPr name="Group 35" id="35"/>
          <p:cNvGrpSpPr/>
          <p:nvPr/>
        </p:nvGrpSpPr>
        <p:grpSpPr>
          <a:xfrm rot="0">
            <a:off x="1013936" y="9707880"/>
            <a:ext cx="3214688" cy="289560"/>
            <a:chOff x="0" y="0"/>
            <a:chExt cx="4286250" cy="386080"/>
          </a:xfrm>
        </p:grpSpPr>
        <p:sp>
          <p:nvSpPr>
            <p:cNvPr name="Freeform 36" id="36"/>
            <p:cNvSpPr/>
            <p:nvPr/>
          </p:nvSpPr>
          <p:spPr>
            <a:xfrm flipH="false" flipV="false" rot="0">
              <a:off x="0" y="0"/>
              <a:ext cx="4286250" cy="386080"/>
            </a:xfrm>
            <a:custGeom>
              <a:avLst/>
              <a:gdLst/>
              <a:ahLst/>
              <a:cxnLst/>
              <a:rect r="r" b="b" t="t" l="l"/>
              <a:pathLst>
                <a:path h="386080" w="4286250">
                  <a:moveTo>
                    <a:pt x="0" y="0"/>
                  </a:moveTo>
                  <a:lnTo>
                    <a:pt x="4286250" y="0"/>
                  </a:lnTo>
                  <a:lnTo>
                    <a:pt x="4286250" y="386080"/>
                  </a:lnTo>
                  <a:lnTo>
                    <a:pt x="0" y="386080"/>
                  </a:lnTo>
                  <a:lnTo>
                    <a:pt x="0" y="0"/>
                  </a:lnTo>
                  <a:close/>
                </a:path>
              </a:pathLst>
            </a:custGeom>
            <a:blipFill>
              <a:blip r:embed="rId3"/>
              <a:stretch>
                <a:fillRect l="0" t="-2518486" r="-135857" b="0"/>
              </a:stretch>
            </a:blipFill>
          </p:spPr>
        </p:sp>
      </p:grpSp>
      <p:sp>
        <p:nvSpPr>
          <p:cNvPr name="TextBox 37" id="37"/>
          <p:cNvSpPr txBox="true"/>
          <p:nvPr/>
        </p:nvSpPr>
        <p:spPr>
          <a:xfrm rot="0">
            <a:off x="1105376" y="582549"/>
            <a:ext cx="4289584" cy="1174109"/>
          </a:xfrm>
          <a:prstGeom prst="rect">
            <a:avLst/>
          </a:prstGeom>
        </p:spPr>
        <p:txBody>
          <a:bodyPr anchor="t" rtlCol="false" tIns="0" lIns="0" bIns="0" rIns="0">
            <a:spAutoFit/>
          </a:bodyPr>
          <a:lstStyle/>
          <a:p>
            <a:pPr algn="l">
              <a:lnSpc>
                <a:spcPts val="8640"/>
              </a:lnSpc>
            </a:pPr>
            <a:r>
              <a:rPr lang="en-US" sz="7200" b="true">
                <a:solidFill>
                  <a:srgbClr val="000000"/>
                </a:solidFill>
                <a:latin typeface="Trebuchet MS Bold"/>
                <a:ea typeface="Trebuchet MS Bold"/>
                <a:cs typeface="Trebuchet MS Bold"/>
                <a:sym typeface="Trebuchet MS Bold"/>
              </a:rPr>
              <a:t>RESULTS </a:t>
            </a:r>
          </a:p>
        </p:txBody>
      </p:sp>
      <p:grpSp>
        <p:nvGrpSpPr>
          <p:cNvPr name="Group 38" id="38"/>
          <p:cNvGrpSpPr/>
          <p:nvPr/>
        </p:nvGrpSpPr>
        <p:grpSpPr>
          <a:xfrm rot="0">
            <a:off x="1303020" y="2125980"/>
            <a:ext cx="10424160" cy="6446520"/>
            <a:chOff x="0" y="0"/>
            <a:chExt cx="13898880" cy="8595360"/>
          </a:xfrm>
        </p:grpSpPr>
        <p:sp>
          <p:nvSpPr>
            <p:cNvPr name="Freeform 39" id="39" descr="cell42_out0.png"/>
            <p:cNvSpPr/>
            <p:nvPr/>
          </p:nvSpPr>
          <p:spPr>
            <a:xfrm flipH="false" flipV="false" rot="0">
              <a:off x="0" y="0"/>
              <a:ext cx="13898880" cy="8595360"/>
            </a:xfrm>
            <a:custGeom>
              <a:avLst/>
              <a:gdLst/>
              <a:ahLst/>
              <a:cxnLst/>
              <a:rect r="r" b="b" t="t" l="l"/>
              <a:pathLst>
                <a:path h="8595360" w="13898880">
                  <a:moveTo>
                    <a:pt x="0" y="0"/>
                  </a:moveTo>
                  <a:lnTo>
                    <a:pt x="13898880" y="0"/>
                  </a:lnTo>
                  <a:lnTo>
                    <a:pt x="13898880" y="8595360"/>
                  </a:lnTo>
                  <a:lnTo>
                    <a:pt x="0" y="8595360"/>
                  </a:lnTo>
                  <a:lnTo>
                    <a:pt x="0" y="0"/>
                  </a:lnTo>
                  <a:close/>
                </a:path>
              </a:pathLst>
            </a:custGeom>
            <a:blipFill>
              <a:blip r:embed="rId4"/>
              <a:stretch>
                <a:fillRect l="-86" t="0" r="-86" b="0"/>
              </a:stretch>
            </a:blipFill>
          </p:spPr>
        </p:sp>
      </p:grpSp>
      <p:sp>
        <p:nvSpPr>
          <p:cNvPr name="TextBox 40" id="40"/>
          <p:cNvSpPr txBox="true"/>
          <p:nvPr/>
        </p:nvSpPr>
        <p:spPr>
          <a:xfrm rot="0">
            <a:off x="1348740" y="8622030"/>
            <a:ext cx="11018520" cy="718566"/>
          </a:xfrm>
          <a:prstGeom prst="rect">
            <a:avLst/>
          </a:prstGeom>
        </p:spPr>
        <p:txBody>
          <a:bodyPr anchor="t" rtlCol="false" tIns="0" lIns="0" bIns="0" rIns="0">
            <a:spAutoFit/>
          </a:bodyPr>
          <a:lstStyle/>
          <a:p>
            <a:pPr algn="l">
              <a:lnSpc>
                <a:spcPts val="2520"/>
              </a:lnSpc>
            </a:pPr>
            <a:r>
              <a:rPr lang="en-US" sz="2100" b="true">
                <a:solidFill>
                  <a:srgbClr val="2D2D2D"/>
                </a:solidFill>
                <a:latin typeface="Trebuchet MS Bold"/>
                <a:ea typeface="Trebuchet MS Bold"/>
                <a:cs typeface="Trebuchet MS Bold"/>
                <a:sym typeface="Trebuchet MS Bold"/>
              </a:rPr>
              <a:t>Yield is highest on average in Kharif, followed by Rabi and Zaid.</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4791360">
            <a:off x="9738484" y="5138738"/>
            <a:ext cx="10464870" cy="0"/>
          </a:xfrm>
          <a:prstGeom prst="line">
            <a:avLst/>
          </a:prstGeom>
          <a:ln cap="rnd" w="9525">
            <a:solidFill>
              <a:srgbClr val="5FCBEF"/>
            </a:solidFill>
            <a:prstDash val="solid"/>
            <a:headEnd type="none" len="sm" w="sm"/>
            <a:tailEnd type="none" len="sm" w="sm"/>
          </a:ln>
        </p:spPr>
      </p:sp>
      <p:sp>
        <p:nvSpPr>
          <p:cNvPr name="AutoShape 3" id="3"/>
          <p:cNvSpPr/>
          <p:nvPr/>
        </p:nvSpPr>
        <p:spPr>
          <a:xfrm rot="8776560">
            <a:off x="10406482" y="7899797"/>
            <a:ext cx="8608171" cy="0"/>
          </a:xfrm>
          <a:prstGeom prst="line">
            <a:avLst/>
          </a:prstGeom>
          <a:ln cap="rnd" w="9525">
            <a:solidFill>
              <a:srgbClr val="5FCBEF"/>
            </a:solidFill>
            <a:prstDash val="solid"/>
            <a:headEnd type="none" len="sm" w="sm"/>
            <a:tailEnd type="none" len="sm" w="sm"/>
          </a:ln>
        </p:spPr>
      </p:sp>
      <p:grpSp>
        <p:nvGrpSpPr>
          <p:cNvPr name="Group 4" id="4"/>
          <p:cNvGrpSpPr/>
          <p:nvPr/>
        </p:nvGrpSpPr>
        <p:grpSpPr>
          <a:xfrm rot="0">
            <a:off x="13772217" y="-12697"/>
            <a:ext cx="4511021" cy="10299697"/>
            <a:chOff x="0" y="0"/>
            <a:chExt cx="6014695" cy="13732929"/>
          </a:xfrm>
        </p:grpSpPr>
        <p:sp>
          <p:nvSpPr>
            <p:cNvPr name="Freeform 5" id="5"/>
            <p:cNvSpPr/>
            <p:nvPr/>
          </p:nvSpPr>
          <p:spPr>
            <a:xfrm flipH="false" flipV="false" rot="0">
              <a:off x="0" y="0"/>
              <a:ext cx="6014720" cy="13732890"/>
            </a:xfrm>
            <a:custGeom>
              <a:avLst/>
              <a:gdLst/>
              <a:ahLst/>
              <a:cxnLst/>
              <a:rect r="r" b="b" t="t" l="l"/>
              <a:pathLst>
                <a:path h="13732890" w="6014720">
                  <a:moveTo>
                    <a:pt x="4091051" y="0"/>
                  </a:moveTo>
                  <a:lnTo>
                    <a:pt x="6014720" y="0"/>
                  </a:lnTo>
                  <a:lnTo>
                    <a:pt x="6014720" y="13732890"/>
                  </a:lnTo>
                  <a:lnTo>
                    <a:pt x="0" y="13732890"/>
                  </a:lnTo>
                  <a:lnTo>
                    <a:pt x="4091051" y="0"/>
                  </a:lnTo>
                  <a:close/>
                </a:path>
              </a:pathLst>
            </a:custGeom>
            <a:solidFill>
              <a:srgbClr val="5FCBEF">
                <a:alpha val="12941"/>
              </a:srgbClr>
            </a:solidFill>
          </p:spPr>
        </p:sp>
      </p:grpSp>
      <p:grpSp>
        <p:nvGrpSpPr>
          <p:cNvPr name="Group 6" id="6"/>
          <p:cNvGrpSpPr/>
          <p:nvPr/>
        </p:nvGrpSpPr>
        <p:grpSpPr>
          <a:xfrm rot="0">
            <a:off x="14405162" y="-12697"/>
            <a:ext cx="3882838" cy="10299697"/>
            <a:chOff x="0" y="0"/>
            <a:chExt cx="5177117" cy="13732929"/>
          </a:xfrm>
        </p:grpSpPr>
        <p:sp>
          <p:nvSpPr>
            <p:cNvPr name="Freeform 7" id="7"/>
            <p:cNvSpPr/>
            <p:nvPr/>
          </p:nvSpPr>
          <p:spPr>
            <a:xfrm flipH="false" flipV="false" rot="0">
              <a:off x="0" y="0"/>
              <a:ext cx="5177155" cy="13732890"/>
            </a:xfrm>
            <a:custGeom>
              <a:avLst/>
              <a:gdLst/>
              <a:ahLst/>
              <a:cxnLst/>
              <a:rect r="r" b="b" t="t" l="l"/>
              <a:pathLst>
                <a:path h="13732890" w="5177155">
                  <a:moveTo>
                    <a:pt x="0" y="0"/>
                  </a:moveTo>
                  <a:lnTo>
                    <a:pt x="5177155" y="0"/>
                  </a:lnTo>
                  <a:lnTo>
                    <a:pt x="5177155" y="13732890"/>
                  </a:lnTo>
                  <a:lnTo>
                    <a:pt x="2418969" y="13732890"/>
                  </a:lnTo>
                  <a:lnTo>
                    <a:pt x="0" y="0"/>
                  </a:lnTo>
                  <a:close/>
                </a:path>
              </a:pathLst>
            </a:custGeom>
            <a:solidFill>
              <a:srgbClr val="5FCBEF">
                <a:alpha val="3922"/>
              </a:srgbClr>
            </a:solidFill>
          </p:spPr>
        </p:sp>
      </p:grpSp>
      <p:grpSp>
        <p:nvGrpSpPr>
          <p:cNvPr name="Group 8" id="8"/>
          <p:cNvGrpSpPr/>
          <p:nvPr/>
        </p:nvGrpSpPr>
        <p:grpSpPr>
          <a:xfrm rot="0">
            <a:off x="13398503" y="4572000"/>
            <a:ext cx="4889497" cy="5715000"/>
            <a:chOff x="0" y="0"/>
            <a:chExt cx="6519329" cy="7620000"/>
          </a:xfrm>
        </p:grpSpPr>
        <p:sp>
          <p:nvSpPr>
            <p:cNvPr name="Freeform 9" id="9"/>
            <p:cNvSpPr/>
            <p:nvPr/>
          </p:nvSpPr>
          <p:spPr>
            <a:xfrm flipH="false" flipV="false" rot="0">
              <a:off x="0" y="0"/>
              <a:ext cx="6519291" cy="7620000"/>
            </a:xfrm>
            <a:custGeom>
              <a:avLst/>
              <a:gdLst/>
              <a:ahLst/>
              <a:cxnLst/>
              <a:rect r="r" b="b" t="t" l="l"/>
              <a:pathLst>
                <a:path h="7620000" w="6519291">
                  <a:moveTo>
                    <a:pt x="0" y="7620000"/>
                  </a:moveTo>
                  <a:lnTo>
                    <a:pt x="6519291" y="0"/>
                  </a:lnTo>
                  <a:lnTo>
                    <a:pt x="6519291" y="7620000"/>
                  </a:lnTo>
                  <a:close/>
                </a:path>
              </a:pathLst>
            </a:custGeom>
            <a:solidFill>
              <a:srgbClr val="17B0E4">
                <a:alpha val="43529"/>
              </a:srgbClr>
            </a:solidFill>
          </p:spPr>
        </p:sp>
      </p:grpSp>
      <p:grpSp>
        <p:nvGrpSpPr>
          <p:cNvPr name="Group 10" id="10"/>
          <p:cNvGrpSpPr/>
          <p:nvPr/>
        </p:nvGrpSpPr>
        <p:grpSpPr>
          <a:xfrm rot="0">
            <a:off x="14001750" y="-12697"/>
            <a:ext cx="4281488" cy="10299697"/>
            <a:chOff x="0" y="0"/>
            <a:chExt cx="5708650" cy="13732929"/>
          </a:xfrm>
        </p:grpSpPr>
        <p:sp>
          <p:nvSpPr>
            <p:cNvPr name="Freeform 11" id="11"/>
            <p:cNvSpPr/>
            <p:nvPr/>
          </p:nvSpPr>
          <p:spPr>
            <a:xfrm flipH="false" flipV="false" rot="0">
              <a:off x="0" y="0"/>
              <a:ext cx="5708650" cy="13732890"/>
            </a:xfrm>
            <a:custGeom>
              <a:avLst/>
              <a:gdLst/>
              <a:ahLst/>
              <a:cxnLst/>
              <a:rect r="r" b="b" t="t" l="l"/>
              <a:pathLst>
                <a:path h="13732890" w="5708650">
                  <a:moveTo>
                    <a:pt x="0" y="0"/>
                  </a:moveTo>
                  <a:lnTo>
                    <a:pt x="5708650" y="0"/>
                  </a:lnTo>
                  <a:lnTo>
                    <a:pt x="5708650" y="13732890"/>
                  </a:lnTo>
                  <a:lnTo>
                    <a:pt x="4941443" y="13732890"/>
                  </a:lnTo>
                  <a:lnTo>
                    <a:pt x="0" y="0"/>
                  </a:lnTo>
                  <a:close/>
                </a:path>
              </a:pathLst>
            </a:custGeom>
            <a:solidFill>
              <a:srgbClr val="17B0E4">
                <a:alpha val="24706"/>
              </a:srgbClr>
            </a:solidFill>
          </p:spPr>
        </p:sp>
      </p:grpSp>
      <p:grpSp>
        <p:nvGrpSpPr>
          <p:cNvPr name="Group 12" id="12"/>
          <p:cNvGrpSpPr/>
          <p:nvPr/>
        </p:nvGrpSpPr>
        <p:grpSpPr>
          <a:xfrm rot="0">
            <a:off x="16348091" y="-12697"/>
            <a:ext cx="1935137" cy="10299697"/>
            <a:chOff x="0" y="0"/>
            <a:chExt cx="2580183" cy="13732929"/>
          </a:xfrm>
        </p:grpSpPr>
        <p:sp>
          <p:nvSpPr>
            <p:cNvPr name="Freeform 13" id="13"/>
            <p:cNvSpPr/>
            <p:nvPr/>
          </p:nvSpPr>
          <p:spPr>
            <a:xfrm flipH="false" flipV="false" rot="0">
              <a:off x="0" y="0"/>
              <a:ext cx="2580259" cy="13732890"/>
            </a:xfrm>
            <a:custGeom>
              <a:avLst/>
              <a:gdLst/>
              <a:ahLst/>
              <a:cxnLst/>
              <a:rect r="r" b="b" t="t" l="l"/>
              <a:pathLst>
                <a:path h="13732890" w="2580259">
                  <a:moveTo>
                    <a:pt x="2039493" y="0"/>
                  </a:moveTo>
                  <a:lnTo>
                    <a:pt x="2580259" y="0"/>
                  </a:lnTo>
                  <a:lnTo>
                    <a:pt x="2580259" y="13732890"/>
                  </a:lnTo>
                  <a:lnTo>
                    <a:pt x="0" y="13732890"/>
                  </a:lnTo>
                  <a:lnTo>
                    <a:pt x="2039493" y="0"/>
                  </a:lnTo>
                  <a:close/>
                </a:path>
              </a:pathLst>
            </a:custGeom>
            <a:solidFill>
              <a:srgbClr val="2E83C3">
                <a:alpha val="48627"/>
              </a:srgbClr>
            </a:solidFill>
          </p:spPr>
        </p:sp>
      </p:grpSp>
      <p:grpSp>
        <p:nvGrpSpPr>
          <p:cNvPr name="Group 14" id="14"/>
          <p:cNvGrpSpPr/>
          <p:nvPr/>
        </p:nvGrpSpPr>
        <p:grpSpPr>
          <a:xfrm rot="0">
            <a:off x="16408498" y="-12697"/>
            <a:ext cx="1874739" cy="10299697"/>
            <a:chOff x="0" y="0"/>
            <a:chExt cx="2499652" cy="13732929"/>
          </a:xfrm>
        </p:grpSpPr>
        <p:sp>
          <p:nvSpPr>
            <p:cNvPr name="Freeform 15" id="15"/>
            <p:cNvSpPr/>
            <p:nvPr/>
          </p:nvSpPr>
          <p:spPr>
            <a:xfrm flipH="false" flipV="false" rot="0">
              <a:off x="0" y="0"/>
              <a:ext cx="2499614" cy="13732890"/>
            </a:xfrm>
            <a:custGeom>
              <a:avLst/>
              <a:gdLst/>
              <a:ahLst/>
              <a:cxnLst/>
              <a:rect r="r" b="b" t="t" l="l"/>
              <a:pathLst>
                <a:path h="13732890" w="2499614">
                  <a:moveTo>
                    <a:pt x="0" y="0"/>
                  </a:moveTo>
                  <a:lnTo>
                    <a:pt x="2499614" y="0"/>
                  </a:lnTo>
                  <a:lnTo>
                    <a:pt x="2499614" y="13732890"/>
                  </a:lnTo>
                  <a:lnTo>
                    <a:pt x="2218817" y="13732890"/>
                  </a:lnTo>
                  <a:lnTo>
                    <a:pt x="0" y="0"/>
                  </a:lnTo>
                  <a:close/>
                </a:path>
              </a:pathLst>
            </a:custGeom>
            <a:solidFill>
              <a:srgbClr val="236292">
                <a:alpha val="63922"/>
              </a:srgbClr>
            </a:solidFill>
          </p:spPr>
        </p:sp>
      </p:grpSp>
      <p:grpSp>
        <p:nvGrpSpPr>
          <p:cNvPr name="Group 16" id="16"/>
          <p:cNvGrpSpPr/>
          <p:nvPr/>
        </p:nvGrpSpPr>
        <p:grpSpPr>
          <a:xfrm rot="0">
            <a:off x="15557497" y="5384797"/>
            <a:ext cx="2725741" cy="4902203"/>
            <a:chOff x="0" y="0"/>
            <a:chExt cx="3634321" cy="6536271"/>
          </a:xfrm>
        </p:grpSpPr>
        <p:sp>
          <p:nvSpPr>
            <p:cNvPr name="Freeform 17" id="17"/>
            <p:cNvSpPr/>
            <p:nvPr/>
          </p:nvSpPr>
          <p:spPr>
            <a:xfrm flipH="false" flipV="false" rot="0">
              <a:off x="0" y="0"/>
              <a:ext cx="3634359" cy="6536309"/>
            </a:xfrm>
            <a:custGeom>
              <a:avLst/>
              <a:gdLst/>
              <a:ahLst/>
              <a:cxnLst/>
              <a:rect r="r" b="b" t="t" l="l"/>
              <a:pathLst>
                <a:path h="6536309" w="3634359">
                  <a:moveTo>
                    <a:pt x="0" y="6536309"/>
                  </a:moveTo>
                  <a:lnTo>
                    <a:pt x="3634359" y="0"/>
                  </a:lnTo>
                  <a:lnTo>
                    <a:pt x="3634359" y="6536309"/>
                  </a:lnTo>
                  <a:close/>
                </a:path>
              </a:pathLst>
            </a:custGeom>
            <a:solidFill>
              <a:srgbClr val="17B0E4">
                <a:alpha val="43529"/>
              </a:srgbClr>
            </a:solidFill>
          </p:spPr>
        </p:sp>
      </p:grpSp>
      <p:grpSp>
        <p:nvGrpSpPr>
          <p:cNvPr name="Group 18" id="18"/>
          <p:cNvGrpSpPr/>
          <p:nvPr/>
        </p:nvGrpSpPr>
        <p:grpSpPr>
          <a:xfrm rot="0">
            <a:off x="0" y="6019800"/>
            <a:ext cx="673103" cy="4267200"/>
            <a:chOff x="0" y="0"/>
            <a:chExt cx="897471" cy="5689600"/>
          </a:xfrm>
        </p:grpSpPr>
        <p:sp>
          <p:nvSpPr>
            <p:cNvPr name="Freeform 19" id="19"/>
            <p:cNvSpPr/>
            <p:nvPr/>
          </p:nvSpPr>
          <p:spPr>
            <a:xfrm flipH="false" flipV="false" rot="0">
              <a:off x="0" y="0"/>
              <a:ext cx="897509" cy="5689600"/>
            </a:xfrm>
            <a:custGeom>
              <a:avLst/>
              <a:gdLst/>
              <a:ahLst/>
              <a:cxnLst/>
              <a:rect r="r" b="b" t="t" l="l"/>
              <a:pathLst>
                <a:path h="5689600" w="897509">
                  <a:moveTo>
                    <a:pt x="0" y="5689600"/>
                  </a:moveTo>
                  <a:lnTo>
                    <a:pt x="0" y="0"/>
                  </a:lnTo>
                  <a:lnTo>
                    <a:pt x="897509" y="5689600"/>
                  </a:lnTo>
                  <a:close/>
                </a:path>
              </a:pathLst>
            </a:custGeom>
            <a:solidFill>
              <a:srgbClr val="5FCBEF">
                <a:alpha val="48627"/>
              </a:srgbClr>
            </a:solidFill>
          </p:spPr>
        </p:sp>
      </p:grpSp>
      <p:grpSp>
        <p:nvGrpSpPr>
          <p:cNvPr name="Group 20" id="20"/>
          <p:cNvGrpSpPr/>
          <p:nvPr/>
        </p:nvGrpSpPr>
        <p:grpSpPr>
          <a:xfrm rot="0">
            <a:off x="990590" y="9568358"/>
            <a:ext cx="4114800" cy="547688"/>
            <a:chOff x="0" y="0"/>
            <a:chExt cx="5486400" cy="730250"/>
          </a:xfrm>
        </p:grpSpPr>
        <p:sp>
          <p:nvSpPr>
            <p:cNvPr name="Freeform 21" id="21"/>
            <p:cNvSpPr/>
            <p:nvPr/>
          </p:nvSpPr>
          <p:spPr>
            <a:xfrm flipH="false" flipV="false" rot="0">
              <a:off x="0" y="0"/>
              <a:ext cx="5486400" cy="730250"/>
            </a:xfrm>
            <a:custGeom>
              <a:avLst/>
              <a:gdLst/>
              <a:ahLst/>
              <a:cxnLst/>
              <a:rect r="r" b="b" t="t" l="l"/>
              <a:pathLst>
                <a:path h="730250" w="5486400">
                  <a:moveTo>
                    <a:pt x="0" y="0"/>
                  </a:moveTo>
                  <a:lnTo>
                    <a:pt x="5486400" y="0"/>
                  </a:lnTo>
                  <a:lnTo>
                    <a:pt x="5486400" y="730250"/>
                  </a:lnTo>
                  <a:lnTo>
                    <a:pt x="0" y="730250"/>
                  </a:lnTo>
                  <a:close/>
                </a:path>
              </a:pathLst>
            </a:custGeom>
            <a:blipFill>
              <a:blip r:embed="rId2">
                <a:alphaModFix amt="0"/>
              </a:blip>
              <a:stretch>
                <a:fillRect l="0" t="-96391" r="0" b="-96391"/>
              </a:stretch>
            </a:blipFill>
          </p:spPr>
        </p:sp>
        <p:sp>
          <p:nvSpPr>
            <p:cNvPr name="TextBox 22" id="22"/>
            <p:cNvSpPr txBox="true"/>
            <p:nvPr/>
          </p:nvSpPr>
          <p:spPr>
            <a:xfrm>
              <a:off x="0" y="-9525"/>
              <a:ext cx="5486400" cy="739775"/>
            </a:xfrm>
            <a:prstGeom prst="rect">
              <a:avLst/>
            </a:prstGeom>
          </p:spPr>
          <p:txBody>
            <a:bodyPr anchor="ctr" rtlCol="false" tIns="0" lIns="0" bIns="0" rIns="0"/>
            <a:lstStyle/>
            <a:p>
              <a:pPr algn="l">
                <a:lnSpc>
                  <a:spcPts val="1980"/>
                </a:lnSpc>
              </a:pPr>
              <a:r>
                <a:rPr lang="en-US" sz="1650">
                  <a:solidFill>
                    <a:srgbClr val="2E83C3"/>
                  </a:solidFill>
                  <a:latin typeface="Trebuchet MS"/>
                  <a:ea typeface="Trebuchet MS"/>
                  <a:cs typeface="Trebuchet MS"/>
                  <a:sym typeface="Trebuchet MS"/>
                </a:rPr>
                <a:t>9/8/2026</a:t>
              </a:r>
            </a:p>
          </p:txBody>
        </p:sp>
      </p:grpSp>
      <p:grpSp>
        <p:nvGrpSpPr>
          <p:cNvPr name="Group 23" id="23"/>
          <p:cNvGrpSpPr/>
          <p:nvPr/>
        </p:nvGrpSpPr>
        <p:grpSpPr>
          <a:xfrm rot="0">
            <a:off x="2168290" y="9568358"/>
            <a:ext cx="6172200" cy="547688"/>
            <a:chOff x="0" y="0"/>
            <a:chExt cx="8229600" cy="730250"/>
          </a:xfrm>
        </p:grpSpPr>
        <p:sp>
          <p:nvSpPr>
            <p:cNvPr name="Freeform 24" id="24"/>
            <p:cNvSpPr/>
            <p:nvPr/>
          </p:nvSpPr>
          <p:spPr>
            <a:xfrm flipH="false" flipV="false" rot="0">
              <a:off x="0" y="0"/>
              <a:ext cx="8229600" cy="730250"/>
            </a:xfrm>
            <a:custGeom>
              <a:avLst/>
              <a:gdLst/>
              <a:ahLst/>
              <a:cxnLst/>
              <a:rect r="r" b="b" t="t" l="l"/>
              <a:pathLst>
                <a:path h="730250" w="8229600">
                  <a:moveTo>
                    <a:pt x="0" y="0"/>
                  </a:moveTo>
                  <a:lnTo>
                    <a:pt x="8229600" y="0"/>
                  </a:lnTo>
                  <a:lnTo>
                    <a:pt x="8229600" y="730250"/>
                  </a:lnTo>
                  <a:lnTo>
                    <a:pt x="0" y="730250"/>
                  </a:lnTo>
                  <a:close/>
                </a:path>
              </a:pathLst>
            </a:custGeom>
            <a:blipFill>
              <a:blip r:embed="rId2">
                <a:alphaModFix amt="0"/>
              </a:blip>
              <a:stretch>
                <a:fillRect l="0" t="-169587" r="0" b="-169587"/>
              </a:stretch>
            </a:blipFill>
          </p:spPr>
        </p:sp>
        <p:sp>
          <p:nvSpPr>
            <p:cNvPr name="TextBox 25" id="25"/>
            <p:cNvSpPr txBox="true"/>
            <p:nvPr/>
          </p:nvSpPr>
          <p:spPr>
            <a:xfrm>
              <a:off x="0" y="-9525"/>
              <a:ext cx="8229600" cy="739775"/>
            </a:xfrm>
            <a:prstGeom prst="rect">
              <a:avLst/>
            </a:prstGeom>
          </p:spPr>
          <p:txBody>
            <a:bodyPr anchor="ctr" rtlCol="false" tIns="0" lIns="0" bIns="0" rIns="0"/>
            <a:lstStyle/>
            <a:p>
              <a:pPr algn="l">
                <a:lnSpc>
                  <a:spcPts val="1980"/>
                </a:lnSpc>
              </a:pPr>
              <a:r>
                <a:rPr lang="en-US" sz="1650" b="true">
                  <a:solidFill>
                    <a:srgbClr val="2E83C3"/>
                  </a:solidFill>
                  <a:latin typeface="Trebuchet MS Bold"/>
                  <a:ea typeface="Trebuchet MS Bold"/>
                  <a:cs typeface="Trebuchet MS Bold"/>
                  <a:sym typeface="Trebuchet MS Bold"/>
                </a:rPr>
                <a:t>Annual Review</a:t>
              </a:r>
            </a:p>
          </p:txBody>
        </p:sp>
      </p:grpSp>
      <p:grpSp>
        <p:nvGrpSpPr>
          <p:cNvPr name="Group 26" id="26"/>
          <p:cNvGrpSpPr/>
          <p:nvPr/>
        </p:nvGrpSpPr>
        <p:grpSpPr>
          <a:xfrm rot="0">
            <a:off x="13208003" y="9568358"/>
            <a:ext cx="4114800" cy="547688"/>
            <a:chOff x="0" y="0"/>
            <a:chExt cx="5486400" cy="730250"/>
          </a:xfrm>
        </p:grpSpPr>
        <p:sp>
          <p:nvSpPr>
            <p:cNvPr name="Freeform 27" id="27"/>
            <p:cNvSpPr/>
            <p:nvPr/>
          </p:nvSpPr>
          <p:spPr>
            <a:xfrm flipH="false" flipV="false" rot="0">
              <a:off x="0" y="0"/>
              <a:ext cx="5486400" cy="730250"/>
            </a:xfrm>
            <a:custGeom>
              <a:avLst/>
              <a:gdLst/>
              <a:ahLst/>
              <a:cxnLst/>
              <a:rect r="r" b="b" t="t" l="l"/>
              <a:pathLst>
                <a:path h="730250" w="5486400">
                  <a:moveTo>
                    <a:pt x="0" y="0"/>
                  </a:moveTo>
                  <a:lnTo>
                    <a:pt x="5486400" y="0"/>
                  </a:lnTo>
                  <a:lnTo>
                    <a:pt x="5486400" y="730250"/>
                  </a:lnTo>
                  <a:lnTo>
                    <a:pt x="0" y="730250"/>
                  </a:lnTo>
                  <a:close/>
                </a:path>
              </a:pathLst>
            </a:custGeom>
            <a:blipFill>
              <a:blip r:embed="rId2">
                <a:alphaModFix amt="0"/>
              </a:blip>
              <a:stretch>
                <a:fillRect l="0" t="-96391" r="0" b="-96391"/>
              </a:stretch>
            </a:blipFill>
          </p:spPr>
        </p:sp>
        <p:sp>
          <p:nvSpPr>
            <p:cNvPr name="TextBox 28" id="28"/>
            <p:cNvSpPr txBox="true"/>
            <p:nvPr/>
          </p:nvSpPr>
          <p:spPr>
            <a:xfrm>
              <a:off x="0" y="-9525"/>
              <a:ext cx="5486400" cy="739775"/>
            </a:xfrm>
            <a:prstGeom prst="rect">
              <a:avLst/>
            </a:prstGeom>
          </p:spPr>
          <p:txBody>
            <a:bodyPr anchor="ctr" rtlCol="false" tIns="0" lIns="0" bIns="0" rIns="0"/>
            <a:lstStyle/>
            <a:p>
              <a:pPr algn="r">
                <a:lnSpc>
                  <a:spcPts val="1980"/>
                </a:lnSpc>
              </a:pPr>
              <a:r>
                <a:rPr lang="en-US" sz="1650">
                  <a:solidFill>
                    <a:srgbClr val="2E946B"/>
                  </a:solidFill>
                  <a:latin typeface="Trebuchet MS"/>
                  <a:ea typeface="Trebuchet MS"/>
                  <a:cs typeface="Trebuchet MS"/>
                  <a:sym typeface="Trebuchet MS"/>
                </a:rPr>
                <a:t>‹#›</a:t>
              </a:r>
            </a:p>
          </p:txBody>
        </p:sp>
      </p:grpSp>
      <p:grpSp>
        <p:nvGrpSpPr>
          <p:cNvPr name="Group 29" id="29"/>
          <p:cNvGrpSpPr/>
          <p:nvPr/>
        </p:nvGrpSpPr>
        <p:grpSpPr>
          <a:xfrm rot="0">
            <a:off x="14031687" y="8045977"/>
            <a:ext cx="685800" cy="685800"/>
            <a:chOff x="0" y="0"/>
            <a:chExt cx="914400" cy="914400"/>
          </a:xfrm>
        </p:grpSpPr>
        <p:sp>
          <p:nvSpPr>
            <p:cNvPr name="Freeform 30" id="30"/>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solidFill>
              <a:srgbClr val="42B051"/>
            </a:solidFill>
          </p:spPr>
        </p:sp>
      </p:grpSp>
      <p:grpSp>
        <p:nvGrpSpPr>
          <p:cNvPr name="Group 31" id="31"/>
          <p:cNvGrpSpPr/>
          <p:nvPr/>
        </p:nvGrpSpPr>
        <p:grpSpPr>
          <a:xfrm rot="0">
            <a:off x="10039188" y="2549833"/>
            <a:ext cx="479622" cy="479622"/>
            <a:chOff x="0" y="0"/>
            <a:chExt cx="639496" cy="639496"/>
          </a:xfrm>
        </p:grpSpPr>
        <p:sp>
          <p:nvSpPr>
            <p:cNvPr name="Freeform 32" id="32"/>
            <p:cNvSpPr/>
            <p:nvPr/>
          </p:nvSpPr>
          <p:spPr>
            <a:xfrm flipH="false" flipV="false" rot="0">
              <a:off x="0" y="0"/>
              <a:ext cx="639445" cy="639445"/>
            </a:xfrm>
            <a:custGeom>
              <a:avLst/>
              <a:gdLst/>
              <a:ahLst/>
              <a:cxnLst/>
              <a:rect r="r" b="b" t="t" l="l"/>
              <a:pathLst>
                <a:path h="639445" w="639445">
                  <a:moveTo>
                    <a:pt x="0" y="0"/>
                  </a:moveTo>
                  <a:lnTo>
                    <a:pt x="639445" y="0"/>
                  </a:lnTo>
                  <a:lnTo>
                    <a:pt x="639445" y="639445"/>
                  </a:lnTo>
                  <a:lnTo>
                    <a:pt x="0" y="639445"/>
                  </a:lnTo>
                  <a:close/>
                </a:path>
              </a:pathLst>
            </a:custGeom>
            <a:solidFill>
              <a:srgbClr val="2E83C3"/>
            </a:solidFill>
          </p:spPr>
        </p:sp>
      </p:grpSp>
      <p:grpSp>
        <p:nvGrpSpPr>
          <p:cNvPr name="Group 33" id="33"/>
          <p:cNvGrpSpPr/>
          <p:nvPr/>
        </p:nvGrpSpPr>
        <p:grpSpPr>
          <a:xfrm rot="0">
            <a:off x="14031687" y="8846610"/>
            <a:ext cx="269967" cy="269967"/>
            <a:chOff x="0" y="0"/>
            <a:chExt cx="359956" cy="359956"/>
          </a:xfrm>
        </p:grpSpPr>
        <p:sp>
          <p:nvSpPr>
            <p:cNvPr name="Freeform 34" id="34"/>
            <p:cNvSpPr/>
            <p:nvPr/>
          </p:nvSpPr>
          <p:spPr>
            <a:xfrm flipH="false" flipV="false" rot="0">
              <a:off x="0" y="0"/>
              <a:ext cx="359918" cy="359918"/>
            </a:xfrm>
            <a:custGeom>
              <a:avLst/>
              <a:gdLst/>
              <a:ahLst/>
              <a:cxnLst/>
              <a:rect r="r" b="b" t="t" l="l"/>
              <a:pathLst>
                <a:path h="359918" w="359918">
                  <a:moveTo>
                    <a:pt x="0" y="0"/>
                  </a:moveTo>
                  <a:lnTo>
                    <a:pt x="359918" y="0"/>
                  </a:lnTo>
                  <a:lnTo>
                    <a:pt x="359918" y="359918"/>
                  </a:lnTo>
                  <a:lnTo>
                    <a:pt x="0" y="359918"/>
                  </a:lnTo>
                  <a:close/>
                </a:path>
              </a:pathLst>
            </a:custGeom>
            <a:solidFill>
              <a:srgbClr val="2E946B"/>
            </a:solidFill>
          </p:spPr>
        </p:sp>
      </p:grpSp>
      <p:grpSp>
        <p:nvGrpSpPr>
          <p:cNvPr name="Group 35" id="35"/>
          <p:cNvGrpSpPr/>
          <p:nvPr/>
        </p:nvGrpSpPr>
        <p:grpSpPr>
          <a:xfrm rot="0">
            <a:off x="1013936" y="9707880"/>
            <a:ext cx="3214688" cy="289560"/>
            <a:chOff x="0" y="0"/>
            <a:chExt cx="4286250" cy="386080"/>
          </a:xfrm>
        </p:grpSpPr>
        <p:sp>
          <p:nvSpPr>
            <p:cNvPr name="Freeform 36" id="36"/>
            <p:cNvSpPr/>
            <p:nvPr/>
          </p:nvSpPr>
          <p:spPr>
            <a:xfrm flipH="false" flipV="false" rot="0">
              <a:off x="0" y="0"/>
              <a:ext cx="4286250" cy="386080"/>
            </a:xfrm>
            <a:custGeom>
              <a:avLst/>
              <a:gdLst/>
              <a:ahLst/>
              <a:cxnLst/>
              <a:rect r="r" b="b" t="t" l="l"/>
              <a:pathLst>
                <a:path h="386080" w="4286250">
                  <a:moveTo>
                    <a:pt x="0" y="0"/>
                  </a:moveTo>
                  <a:lnTo>
                    <a:pt x="4286250" y="0"/>
                  </a:lnTo>
                  <a:lnTo>
                    <a:pt x="4286250" y="386080"/>
                  </a:lnTo>
                  <a:lnTo>
                    <a:pt x="0" y="386080"/>
                  </a:lnTo>
                  <a:lnTo>
                    <a:pt x="0" y="0"/>
                  </a:lnTo>
                  <a:close/>
                </a:path>
              </a:pathLst>
            </a:custGeom>
            <a:blipFill>
              <a:blip r:embed="rId3"/>
              <a:stretch>
                <a:fillRect l="0" t="-2518486" r="-135857" b="0"/>
              </a:stretch>
            </a:blipFill>
          </p:spPr>
        </p:sp>
      </p:grpSp>
      <p:sp>
        <p:nvSpPr>
          <p:cNvPr name="TextBox 37" id="37"/>
          <p:cNvSpPr txBox="true"/>
          <p:nvPr/>
        </p:nvSpPr>
        <p:spPr>
          <a:xfrm rot="0">
            <a:off x="1105376" y="582549"/>
            <a:ext cx="4289584" cy="1174109"/>
          </a:xfrm>
          <a:prstGeom prst="rect">
            <a:avLst/>
          </a:prstGeom>
        </p:spPr>
        <p:txBody>
          <a:bodyPr anchor="t" rtlCol="false" tIns="0" lIns="0" bIns="0" rIns="0">
            <a:spAutoFit/>
          </a:bodyPr>
          <a:lstStyle/>
          <a:p>
            <a:pPr algn="l">
              <a:lnSpc>
                <a:spcPts val="8640"/>
              </a:lnSpc>
            </a:pPr>
            <a:r>
              <a:rPr lang="en-US" sz="7200" b="true">
                <a:solidFill>
                  <a:srgbClr val="000000"/>
                </a:solidFill>
                <a:latin typeface="Trebuchet MS Bold"/>
                <a:ea typeface="Trebuchet MS Bold"/>
                <a:cs typeface="Trebuchet MS Bold"/>
                <a:sym typeface="Trebuchet MS Bold"/>
              </a:rPr>
              <a:t>RESULTS </a:t>
            </a:r>
          </a:p>
        </p:txBody>
      </p:sp>
      <p:grpSp>
        <p:nvGrpSpPr>
          <p:cNvPr name="Group 38" id="38"/>
          <p:cNvGrpSpPr/>
          <p:nvPr/>
        </p:nvGrpSpPr>
        <p:grpSpPr>
          <a:xfrm rot="0">
            <a:off x="1303020" y="2125980"/>
            <a:ext cx="10424160" cy="6446520"/>
            <a:chOff x="0" y="0"/>
            <a:chExt cx="13898880" cy="8595360"/>
          </a:xfrm>
        </p:grpSpPr>
        <p:sp>
          <p:nvSpPr>
            <p:cNvPr name="Freeform 39" id="39" descr="cell45_out0.png"/>
            <p:cNvSpPr/>
            <p:nvPr/>
          </p:nvSpPr>
          <p:spPr>
            <a:xfrm flipH="false" flipV="false" rot="0">
              <a:off x="0" y="0"/>
              <a:ext cx="13898880" cy="8595360"/>
            </a:xfrm>
            <a:custGeom>
              <a:avLst/>
              <a:gdLst/>
              <a:ahLst/>
              <a:cxnLst/>
              <a:rect r="r" b="b" t="t" l="l"/>
              <a:pathLst>
                <a:path h="8595360" w="13898880">
                  <a:moveTo>
                    <a:pt x="0" y="0"/>
                  </a:moveTo>
                  <a:lnTo>
                    <a:pt x="13898880" y="0"/>
                  </a:lnTo>
                  <a:lnTo>
                    <a:pt x="13898880" y="8595360"/>
                  </a:lnTo>
                  <a:lnTo>
                    <a:pt x="0" y="8595360"/>
                  </a:lnTo>
                  <a:lnTo>
                    <a:pt x="0" y="0"/>
                  </a:lnTo>
                  <a:close/>
                </a:path>
              </a:pathLst>
            </a:custGeom>
            <a:blipFill>
              <a:blip r:embed="rId4"/>
              <a:stretch>
                <a:fillRect l="-86" t="0" r="-86" b="0"/>
              </a:stretch>
            </a:blipFill>
          </p:spPr>
        </p:sp>
      </p:grpSp>
      <p:sp>
        <p:nvSpPr>
          <p:cNvPr name="TextBox 40" id="40"/>
          <p:cNvSpPr txBox="true"/>
          <p:nvPr/>
        </p:nvSpPr>
        <p:spPr>
          <a:xfrm rot="0">
            <a:off x="1348740" y="8622030"/>
            <a:ext cx="11018520" cy="718566"/>
          </a:xfrm>
          <a:prstGeom prst="rect">
            <a:avLst/>
          </a:prstGeom>
        </p:spPr>
        <p:txBody>
          <a:bodyPr anchor="t" rtlCol="false" tIns="0" lIns="0" bIns="0" rIns="0">
            <a:spAutoFit/>
          </a:bodyPr>
          <a:lstStyle/>
          <a:p>
            <a:pPr algn="l">
              <a:lnSpc>
                <a:spcPts val="2520"/>
              </a:lnSpc>
            </a:pPr>
            <a:r>
              <a:rPr lang="en-US" sz="2100" b="true">
                <a:solidFill>
                  <a:srgbClr val="2D2D2D"/>
                </a:solidFill>
                <a:latin typeface="Trebuchet MS Bold"/>
                <a:ea typeface="Trebuchet MS Bold"/>
                <a:cs typeface="Trebuchet MS Bold"/>
                <a:sym typeface="Trebuchet MS Bold"/>
              </a:rPr>
              <a:t>Rabi uses the least water on average, while Zaid has the highest average water use.</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4791360">
            <a:off x="9738484" y="5138738"/>
            <a:ext cx="10464870" cy="0"/>
          </a:xfrm>
          <a:prstGeom prst="line">
            <a:avLst/>
          </a:prstGeom>
          <a:ln cap="rnd" w="9525">
            <a:solidFill>
              <a:srgbClr val="5FCBEF"/>
            </a:solidFill>
            <a:prstDash val="solid"/>
            <a:headEnd type="none" len="sm" w="sm"/>
            <a:tailEnd type="none" len="sm" w="sm"/>
          </a:ln>
        </p:spPr>
      </p:sp>
      <p:sp>
        <p:nvSpPr>
          <p:cNvPr name="AutoShape 3" id="3"/>
          <p:cNvSpPr/>
          <p:nvPr/>
        </p:nvSpPr>
        <p:spPr>
          <a:xfrm rot="8776560">
            <a:off x="10406482" y="7899797"/>
            <a:ext cx="8608171" cy="0"/>
          </a:xfrm>
          <a:prstGeom prst="line">
            <a:avLst/>
          </a:prstGeom>
          <a:ln cap="rnd" w="9525">
            <a:solidFill>
              <a:srgbClr val="5FCBEF"/>
            </a:solidFill>
            <a:prstDash val="solid"/>
            <a:headEnd type="none" len="sm" w="sm"/>
            <a:tailEnd type="none" len="sm" w="sm"/>
          </a:ln>
        </p:spPr>
      </p:sp>
      <p:grpSp>
        <p:nvGrpSpPr>
          <p:cNvPr name="Group 4" id="4"/>
          <p:cNvGrpSpPr/>
          <p:nvPr/>
        </p:nvGrpSpPr>
        <p:grpSpPr>
          <a:xfrm rot="0">
            <a:off x="13772217" y="-12697"/>
            <a:ext cx="4511021" cy="10299697"/>
            <a:chOff x="0" y="0"/>
            <a:chExt cx="6014695" cy="13732929"/>
          </a:xfrm>
        </p:grpSpPr>
        <p:sp>
          <p:nvSpPr>
            <p:cNvPr name="Freeform 5" id="5"/>
            <p:cNvSpPr/>
            <p:nvPr/>
          </p:nvSpPr>
          <p:spPr>
            <a:xfrm flipH="false" flipV="false" rot="0">
              <a:off x="0" y="0"/>
              <a:ext cx="6014720" cy="13732890"/>
            </a:xfrm>
            <a:custGeom>
              <a:avLst/>
              <a:gdLst/>
              <a:ahLst/>
              <a:cxnLst/>
              <a:rect r="r" b="b" t="t" l="l"/>
              <a:pathLst>
                <a:path h="13732890" w="6014720">
                  <a:moveTo>
                    <a:pt x="4091051" y="0"/>
                  </a:moveTo>
                  <a:lnTo>
                    <a:pt x="6014720" y="0"/>
                  </a:lnTo>
                  <a:lnTo>
                    <a:pt x="6014720" y="13732890"/>
                  </a:lnTo>
                  <a:lnTo>
                    <a:pt x="0" y="13732890"/>
                  </a:lnTo>
                  <a:lnTo>
                    <a:pt x="4091051" y="0"/>
                  </a:lnTo>
                  <a:close/>
                </a:path>
              </a:pathLst>
            </a:custGeom>
            <a:solidFill>
              <a:srgbClr val="5FCBEF">
                <a:alpha val="12941"/>
              </a:srgbClr>
            </a:solidFill>
          </p:spPr>
        </p:sp>
      </p:grpSp>
      <p:grpSp>
        <p:nvGrpSpPr>
          <p:cNvPr name="Group 6" id="6"/>
          <p:cNvGrpSpPr/>
          <p:nvPr/>
        </p:nvGrpSpPr>
        <p:grpSpPr>
          <a:xfrm rot="0">
            <a:off x="14405162" y="-12697"/>
            <a:ext cx="3882838" cy="10299697"/>
            <a:chOff x="0" y="0"/>
            <a:chExt cx="5177117" cy="13732929"/>
          </a:xfrm>
        </p:grpSpPr>
        <p:sp>
          <p:nvSpPr>
            <p:cNvPr name="Freeform 7" id="7"/>
            <p:cNvSpPr/>
            <p:nvPr/>
          </p:nvSpPr>
          <p:spPr>
            <a:xfrm flipH="false" flipV="false" rot="0">
              <a:off x="0" y="0"/>
              <a:ext cx="5177155" cy="13732890"/>
            </a:xfrm>
            <a:custGeom>
              <a:avLst/>
              <a:gdLst/>
              <a:ahLst/>
              <a:cxnLst/>
              <a:rect r="r" b="b" t="t" l="l"/>
              <a:pathLst>
                <a:path h="13732890" w="5177155">
                  <a:moveTo>
                    <a:pt x="0" y="0"/>
                  </a:moveTo>
                  <a:lnTo>
                    <a:pt x="5177155" y="0"/>
                  </a:lnTo>
                  <a:lnTo>
                    <a:pt x="5177155" y="13732890"/>
                  </a:lnTo>
                  <a:lnTo>
                    <a:pt x="2418969" y="13732890"/>
                  </a:lnTo>
                  <a:lnTo>
                    <a:pt x="0" y="0"/>
                  </a:lnTo>
                  <a:close/>
                </a:path>
              </a:pathLst>
            </a:custGeom>
            <a:solidFill>
              <a:srgbClr val="5FCBEF">
                <a:alpha val="3922"/>
              </a:srgbClr>
            </a:solidFill>
          </p:spPr>
        </p:sp>
      </p:grpSp>
      <p:grpSp>
        <p:nvGrpSpPr>
          <p:cNvPr name="Group 8" id="8"/>
          <p:cNvGrpSpPr/>
          <p:nvPr/>
        </p:nvGrpSpPr>
        <p:grpSpPr>
          <a:xfrm rot="0">
            <a:off x="13398503" y="4572000"/>
            <a:ext cx="4889497" cy="5715000"/>
            <a:chOff x="0" y="0"/>
            <a:chExt cx="6519329" cy="7620000"/>
          </a:xfrm>
        </p:grpSpPr>
        <p:sp>
          <p:nvSpPr>
            <p:cNvPr name="Freeform 9" id="9"/>
            <p:cNvSpPr/>
            <p:nvPr/>
          </p:nvSpPr>
          <p:spPr>
            <a:xfrm flipH="false" flipV="false" rot="0">
              <a:off x="0" y="0"/>
              <a:ext cx="6519291" cy="7620000"/>
            </a:xfrm>
            <a:custGeom>
              <a:avLst/>
              <a:gdLst/>
              <a:ahLst/>
              <a:cxnLst/>
              <a:rect r="r" b="b" t="t" l="l"/>
              <a:pathLst>
                <a:path h="7620000" w="6519291">
                  <a:moveTo>
                    <a:pt x="0" y="7620000"/>
                  </a:moveTo>
                  <a:lnTo>
                    <a:pt x="6519291" y="0"/>
                  </a:lnTo>
                  <a:lnTo>
                    <a:pt x="6519291" y="7620000"/>
                  </a:lnTo>
                  <a:close/>
                </a:path>
              </a:pathLst>
            </a:custGeom>
            <a:solidFill>
              <a:srgbClr val="17B0E4">
                <a:alpha val="43529"/>
              </a:srgbClr>
            </a:solidFill>
          </p:spPr>
        </p:sp>
      </p:grpSp>
      <p:grpSp>
        <p:nvGrpSpPr>
          <p:cNvPr name="Group 10" id="10"/>
          <p:cNvGrpSpPr/>
          <p:nvPr/>
        </p:nvGrpSpPr>
        <p:grpSpPr>
          <a:xfrm rot="0">
            <a:off x="14001750" y="-12697"/>
            <a:ext cx="4281488" cy="10299697"/>
            <a:chOff x="0" y="0"/>
            <a:chExt cx="5708650" cy="13732929"/>
          </a:xfrm>
        </p:grpSpPr>
        <p:sp>
          <p:nvSpPr>
            <p:cNvPr name="Freeform 11" id="11"/>
            <p:cNvSpPr/>
            <p:nvPr/>
          </p:nvSpPr>
          <p:spPr>
            <a:xfrm flipH="false" flipV="false" rot="0">
              <a:off x="0" y="0"/>
              <a:ext cx="5708650" cy="13732890"/>
            </a:xfrm>
            <a:custGeom>
              <a:avLst/>
              <a:gdLst/>
              <a:ahLst/>
              <a:cxnLst/>
              <a:rect r="r" b="b" t="t" l="l"/>
              <a:pathLst>
                <a:path h="13732890" w="5708650">
                  <a:moveTo>
                    <a:pt x="0" y="0"/>
                  </a:moveTo>
                  <a:lnTo>
                    <a:pt x="5708650" y="0"/>
                  </a:lnTo>
                  <a:lnTo>
                    <a:pt x="5708650" y="13732890"/>
                  </a:lnTo>
                  <a:lnTo>
                    <a:pt x="4941443" y="13732890"/>
                  </a:lnTo>
                  <a:lnTo>
                    <a:pt x="0" y="0"/>
                  </a:lnTo>
                  <a:close/>
                </a:path>
              </a:pathLst>
            </a:custGeom>
            <a:solidFill>
              <a:srgbClr val="17B0E4">
                <a:alpha val="24706"/>
              </a:srgbClr>
            </a:solidFill>
          </p:spPr>
        </p:sp>
      </p:grpSp>
      <p:grpSp>
        <p:nvGrpSpPr>
          <p:cNvPr name="Group 12" id="12"/>
          <p:cNvGrpSpPr/>
          <p:nvPr/>
        </p:nvGrpSpPr>
        <p:grpSpPr>
          <a:xfrm rot="0">
            <a:off x="16348091" y="-12697"/>
            <a:ext cx="1935137" cy="10299697"/>
            <a:chOff x="0" y="0"/>
            <a:chExt cx="2580183" cy="13732929"/>
          </a:xfrm>
        </p:grpSpPr>
        <p:sp>
          <p:nvSpPr>
            <p:cNvPr name="Freeform 13" id="13"/>
            <p:cNvSpPr/>
            <p:nvPr/>
          </p:nvSpPr>
          <p:spPr>
            <a:xfrm flipH="false" flipV="false" rot="0">
              <a:off x="0" y="0"/>
              <a:ext cx="2580259" cy="13732890"/>
            </a:xfrm>
            <a:custGeom>
              <a:avLst/>
              <a:gdLst/>
              <a:ahLst/>
              <a:cxnLst/>
              <a:rect r="r" b="b" t="t" l="l"/>
              <a:pathLst>
                <a:path h="13732890" w="2580259">
                  <a:moveTo>
                    <a:pt x="2039493" y="0"/>
                  </a:moveTo>
                  <a:lnTo>
                    <a:pt x="2580259" y="0"/>
                  </a:lnTo>
                  <a:lnTo>
                    <a:pt x="2580259" y="13732890"/>
                  </a:lnTo>
                  <a:lnTo>
                    <a:pt x="0" y="13732890"/>
                  </a:lnTo>
                  <a:lnTo>
                    <a:pt x="2039493" y="0"/>
                  </a:lnTo>
                  <a:close/>
                </a:path>
              </a:pathLst>
            </a:custGeom>
            <a:solidFill>
              <a:srgbClr val="2E83C3">
                <a:alpha val="48627"/>
              </a:srgbClr>
            </a:solidFill>
          </p:spPr>
        </p:sp>
      </p:grpSp>
      <p:grpSp>
        <p:nvGrpSpPr>
          <p:cNvPr name="Group 14" id="14"/>
          <p:cNvGrpSpPr/>
          <p:nvPr/>
        </p:nvGrpSpPr>
        <p:grpSpPr>
          <a:xfrm rot="0">
            <a:off x="16408498" y="-12697"/>
            <a:ext cx="1874739" cy="10299697"/>
            <a:chOff x="0" y="0"/>
            <a:chExt cx="2499652" cy="13732929"/>
          </a:xfrm>
        </p:grpSpPr>
        <p:sp>
          <p:nvSpPr>
            <p:cNvPr name="Freeform 15" id="15"/>
            <p:cNvSpPr/>
            <p:nvPr/>
          </p:nvSpPr>
          <p:spPr>
            <a:xfrm flipH="false" flipV="false" rot="0">
              <a:off x="0" y="0"/>
              <a:ext cx="2499614" cy="13732890"/>
            </a:xfrm>
            <a:custGeom>
              <a:avLst/>
              <a:gdLst/>
              <a:ahLst/>
              <a:cxnLst/>
              <a:rect r="r" b="b" t="t" l="l"/>
              <a:pathLst>
                <a:path h="13732890" w="2499614">
                  <a:moveTo>
                    <a:pt x="0" y="0"/>
                  </a:moveTo>
                  <a:lnTo>
                    <a:pt x="2499614" y="0"/>
                  </a:lnTo>
                  <a:lnTo>
                    <a:pt x="2499614" y="13732890"/>
                  </a:lnTo>
                  <a:lnTo>
                    <a:pt x="2218817" y="13732890"/>
                  </a:lnTo>
                  <a:lnTo>
                    <a:pt x="0" y="0"/>
                  </a:lnTo>
                  <a:close/>
                </a:path>
              </a:pathLst>
            </a:custGeom>
            <a:solidFill>
              <a:srgbClr val="236292">
                <a:alpha val="63922"/>
              </a:srgbClr>
            </a:solidFill>
          </p:spPr>
        </p:sp>
      </p:grpSp>
      <p:grpSp>
        <p:nvGrpSpPr>
          <p:cNvPr name="Group 16" id="16"/>
          <p:cNvGrpSpPr/>
          <p:nvPr/>
        </p:nvGrpSpPr>
        <p:grpSpPr>
          <a:xfrm rot="0">
            <a:off x="15557497" y="5384797"/>
            <a:ext cx="2725741" cy="4902203"/>
            <a:chOff x="0" y="0"/>
            <a:chExt cx="3634321" cy="6536271"/>
          </a:xfrm>
        </p:grpSpPr>
        <p:sp>
          <p:nvSpPr>
            <p:cNvPr name="Freeform 17" id="17"/>
            <p:cNvSpPr/>
            <p:nvPr/>
          </p:nvSpPr>
          <p:spPr>
            <a:xfrm flipH="false" flipV="false" rot="0">
              <a:off x="0" y="0"/>
              <a:ext cx="3634359" cy="6536309"/>
            </a:xfrm>
            <a:custGeom>
              <a:avLst/>
              <a:gdLst/>
              <a:ahLst/>
              <a:cxnLst/>
              <a:rect r="r" b="b" t="t" l="l"/>
              <a:pathLst>
                <a:path h="6536309" w="3634359">
                  <a:moveTo>
                    <a:pt x="0" y="6536309"/>
                  </a:moveTo>
                  <a:lnTo>
                    <a:pt x="3634359" y="0"/>
                  </a:lnTo>
                  <a:lnTo>
                    <a:pt x="3634359" y="6536309"/>
                  </a:lnTo>
                  <a:close/>
                </a:path>
              </a:pathLst>
            </a:custGeom>
            <a:solidFill>
              <a:srgbClr val="17B0E4">
                <a:alpha val="43529"/>
              </a:srgbClr>
            </a:solidFill>
          </p:spPr>
        </p:sp>
      </p:grpSp>
      <p:grpSp>
        <p:nvGrpSpPr>
          <p:cNvPr name="Group 18" id="18"/>
          <p:cNvGrpSpPr/>
          <p:nvPr/>
        </p:nvGrpSpPr>
        <p:grpSpPr>
          <a:xfrm rot="0">
            <a:off x="0" y="6019800"/>
            <a:ext cx="673103" cy="4267200"/>
            <a:chOff x="0" y="0"/>
            <a:chExt cx="897471" cy="5689600"/>
          </a:xfrm>
        </p:grpSpPr>
        <p:sp>
          <p:nvSpPr>
            <p:cNvPr name="Freeform 19" id="19"/>
            <p:cNvSpPr/>
            <p:nvPr/>
          </p:nvSpPr>
          <p:spPr>
            <a:xfrm flipH="false" flipV="false" rot="0">
              <a:off x="0" y="0"/>
              <a:ext cx="897509" cy="5689600"/>
            </a:xfrm>
            <a:custGeom>
              <a:avLst/>
              <a:gdLst/>
              <a:ahLst/>
              <a:cxnLst/>
              <a:rect r="r" b="b" t="t" l="l"/>
              <a:pathLst>
                <a:path h="5689600" w="897509">
                  <a:moveTo>
                    <a:pt x="0" y="5689600"/>
                  </a:moveTo>
                  <a:lnTo>
                    <a:pt x="0" y="0"/>
                  </a:lnTo>
                  <a:lnTo>
                    <a:pt x="897509" y="5689600"/>
                  </a:lnTo>
                  <a:close/>
                </a:path>
              </a:pathLst>
            </a:custGeom>
            <a:solidFill>
              <a:srgbClr val="5FCBEF">
                <a:alpha val="48627"/>
              </a:srgbClr>
            </a:solidFill>
          </p:spPr>
        </p:sp>
      </p:grpSp>
      <p:grpSp>
        <p:nvGrpSpPr>
          <p:cNvPr name="Group 20" id="20"/>
          <p:cNvGrpSpPr/>
          <p:nvPr/>
        </p:nvGrpSpPr>
        <p:grpSpPr>
          <a:xfrm rot="0">
            <a:off x="990590" y="9568358"/>
            <a:ext cx="4114800" cy="547688"/>
            <a:chOff x="0" y="0"/>
            <a:chExt cx="5486400" cy="730250"/>
          </a:xfrm>
        </p:grpSpPr>
        <p:sp>
          <p:nvSpPr>
            <p:cNvPr name="Freeform 21" id="21"/>
            <p:cNvSpPr/>
            <p:nvPr/>
          </p:nvSpPr>
          <p:spPr>
            <a:xfrm flipH="false" flipV="false" rot="0">
              <a:off x="0" y="0"/>
              <a:ext cx="5486400" cy="730250"/>
            </a:xfrm>
            <a:custGeom>
              <a:avLst/>
              <a:gdLst/>
              <a:ahLst/>
              <a:cxnLst/>
              <a:rect r="r" b="b" t="t" l="l"/>
              <a:pathLst>
                <a:path h="730250" w="5486400">
                  <a:moveTo>
                    <a:pt x="0" y="0"/>
                  </a:moveTo>
                  <a:lnTo>
                    <a:pt x="5486400" y="0"/>
                  </a:lnTo>
                  <a:lnTo>
                    <a:pt x="5486400" y="730250"/>
                  </a:lnTo>
                  <a:lnTo>
                    <a:pt x="0" y="730250"/>
                  </a:lnTo>
                  <a:close/>
                </a:path>
              </a:pathLst>
            </a:custGeom>
            <a:blipFill>
              <a:blip r:embed="rId2">
                <a:alphaModFix amt="0"/>
              </a:blip>
              <a:stretch>
                <a:fillRect l="0" t="-96391" r="0" b="-96391"/>
              </a:stretch>
            </a:blipFill>
          </p:spPr>
        </p:sp>
        <p:sp>
          <p:nvSpPr>
            <p:cNvPr name="TextBox 22" id="22"/>
            <p:cNvSpPr txBox="true"/>
            <p:nvPr/>
          </p:nvSpPr>
          <p:spPr>
            <a:xfrm>
              <a:off x="0" y="-9525"/>
              <a:ext cx="5486400" cy="739775"/>
            </a:xfrm>
            <a:prstGeom prst="rect">
              <a:avLst/>
            </a:prstGeom>
          </p:spPr>
          <p:txBody>
            <a:bodyPr anchor="ctr" rtlCol="false" tIns="0" lIns="0" bIns="0" rIns="0"/>
            <a:lstStyle/>
            <a:p>
              <a:pPr algn="l">
                <a:lnSpc>
                  <a:spcPts val="1980"/>
                </a:lnSpc>
              </a:pPr>
              <a:r>
                <a:rPr lang="en-US" sz="1650">
                  <a:solidFill>
                    <a:srgbClr val="2E83C3"/>
                  </a:solidFill>
                  <a:latin typeface="Trebuchet MS"/>
                  <a:ea typeface="Trebuchet MS"/>
                  <a:cs typeface="Trebuchet MS"/>
                  <a:sym typeface="Trebuchet MS"/>
                </a:rPr>
                <a:t>9/8/2026</a:t>
              </a:r>
            </a:p>
          </p:txBody>
        </p:sp>
      </p:grpSp>
      <p:grpSp>
        <p:nvGrpSpPr>
          <p:cNvPr name="Group 23" id="23"/>
          <p:cNvGrpSpPr/>
          <p:nvPr/>
        </p:nvGrpSpPr>
        <p:grpSpPr>
          <a:xfrm rot="0">
            <a:off x="2168290" y="9568358"/>
            <a:ext cx="6172200" cy="547688"/>
            <a:chOff x="0" y="0"/>
            <a:chExt cx="8229600" cy="730250"/>
          </a:xfrm>
        </p:grpSpPr>
        <p:sp>
          <p:nvSpPr>
            <p:cNvPr name="Freeform 24" id="24"/>
            <p:cNvSpPr/>
            <p:nvPr/>
          </p:nvSpPr>
          <p:spPr>
            <a:xfrm flipH="false" flipV="false" rot="0">
              <a:off x="0" y="0"/>
              <a:ext cx="8229600" cy="730250"/>
            </a:xfrm>
            <a:custGeom>
              <a:avLst/>
              <a:gdLst/>
              <a:ahLst/>
              <a:cxnLst/>
              <a:rect r="r" b="b" t="t" l="l"/>
              <a:pathLst>
                <a:path h="730250" w="8229600">
                  <a:moveTo>
                    <a:pt x="0" y="0"/>
                  </a:moveTo>
                  <a:lnTo>
                    <a:pt x="8229600" y="0"/>
                  </a:lnTo>
                  <a:lnTo>
                    <a:pt x="8229600" y="730250"/>
                  </a:lnTo>
                  <a:lnTo>
                    <a:pt x="0" y="730250"/>
                  </a:lnTo>
                  <a:close/>
                </a:path>
              </a:pathLst>
            </a:custGeom>
            <a:blipFill>
              <a:blip r:embed="rId2">
                <a:alphaModFix amt="0"/>
              </a:blip>
              <a:stretch>
                <a:fillRect l="0" t="-169587" r="0" b="-169587"/>
              </a:stretch>
            </a:blipFill>
          </p:spPr>
        </p:sp>
        <p:sp>
          <p:nvSpPr>
            <p:cNvPr name="TextBox 25" id="25"/>
            <p:cNvSpPr txBox="true"/>
            <p:nvPr/>
          </p:nvSpPr>
          <p:spPr>
            <a:xfrm>
              <a:off x="0" y="-9525"/>
              <a:ext cx="8229600" cy="739775"/>
            </a:xfrm>
            <a:prstGeom prst="rect">
              <a:avLst/>
            </a:prstGeom>
          </p:spPr>
          <p:txBody>
            <a:bodyPr anchor="ctr" rtlCol="false" tIns="0" lIns="0" bIns="0" rIns="0"/>
            <a:lstStyle/>
            <a:p>
              <a:pPr algn="l">
                <a:lnSpc>
                  <a:spcPts val="1980"/>
                </a:lnSpc>
              </a:pPr>
              <a:r>
                <a:rPr lang="en-US" sz="1650" b="true">
                  <a:solidFill>
                    <a:srgbClr val="2E83C3"/>
                  </a:solidFill>
                  <a:latin typeface="Trebuchet MS Bold"/>
                  <a:ea typeface="Trebuchet MS Bold"/>
                  <a:cs typeface="Trebuchet MS Bold"/>
                  <a:sym typeface="Trebuchet MS Bold"/>
                </a:rPr>
                <a:t>Annual Review</a:t>
              </a:r>
            </a:p>
          </p:txBody>
        </p:sp>
      </p:grpSp>
      <p:grpSp>
        <p:nvGrpSpPr>
          <p:cNvPr name="Group 26" id="26"/>
          <p:cNvGrpSpPr/>
          <p:nvPr/>
        </p:nvGrpSpPr>
        <p:grpSpPr>
          <a:xfrm rot="0">
            <a:off x="13208003" y="9568358"/>
            <a:ext cx="4114800" cy="547688"/>
            <a:chOff x="0" y="0"/>
            <a:chExt cx="5486400" cy="730250"/>
          </a:xfrm>
        </p:grpSpPr>
        <p:sp>
          <p:nvSpPr>
            <p:cNvPr name="Freeform 27" id="27"/>
            <p:cNvSpPr/>
            <p:nvPr/>
          </p:nvSpPr>
          <p:spPr>
            <a:xfrm flipH="false" flipV="false" rot="0">
              <a:off x="0" y="0"/>
              <a:ext cx="5486400" cy="730250"/>
            </a:xfrm>
            <a:custGeom>
              <a:avLst/>
              <a:gdLst/>
              <a:ahLst/>
              <a:cxnLst/>
              <a:rect r="r" b="b" t="t" l="l"/>
              <a:pathLst>
                <a:path h="730250" w="5486400">
                  <a:moveTo>
                    <a:pt x="0" y="0"/>
                  </a:moveTo>
                  <a:lnTo>
                    <a:pt x="5486400" y="0"/>
                  </a:lnTo>
                  <a:lnTo>
                    <a:pt x="5486400" y="730250"/>
                  </a:lnTo>
                  <a:lnTo>
                    <a:pt x="0" y="730250"/>
                  </a:lnTo>
                  <a:close/>
                </a:path>
              </a:pathLst>
            </a:custGeom>
            <a:blipFill>
              <a:blip r:embed="rId2">
                <a:alphaModFix amt="0"/>
              </a:blip>
              <a:stretch>
                <a:fillRect l="0" t="-96391" r="0" b="-96391"/>
              </a:stretch>
            </a:blipFill>
          </p:spPr>
        </p:sp>
        <p:sp>
          <p:nvSpPr>
            <p:cNvPr name="TextBox 28" id="28"/>
            <p:cNvSpPr txBox="true"/>
            <p:nvPr/>
          </p:nvSpPr>
          <p:spPr>
            <a:xfrm>
              <a:off x="0" y="-9525"/>
              <a:ext cx="5486400" cy="739775"/>
            </a:xfrm>
            <a:prstGeom prst="rect">
              <a:avLst/>
            </a:prstGeom>
          </p:spPr>
          <p:txBody>
            <a:bodyPr anchor="ctr" rtlCol="false" tIns="0" lIns="0" bIns="0" rIns="0"/>
            <a:lstStyle/>
            <a:p>
              <a:pPr algn="r">
                <a:lnSpc>
                  <a:spcPts val="1980"/>
                </a:lnSpc>
              </a:pPr>
              <a:r>
                <a:rPr lang="en-US" sz="1650">
                  <a:solidFill>
                    <a:srgbClr val="2E946B"/>
                  </a:solidFill>
                  <a:latin typeface="Trebuchet MS"/>
                  <a:ea typeface="Trebuchet MS"/>
                  <a:cs typeface="Trebuchet MS"/>
                  <a:sym typeface="Trebuchet MS"/>
                </a:rPr>
                <a:t>‹#›</a:t>
              </a:r>
            </a:p>
          </p:txBody>
        </p:sp>
      </p:grpSp>
      <p:grpSp>
        <p:nvGrpSpPr>
          <p:cNvPr name="Group 29" id="29"/>
          <p:cNvGrpSpPr/>
          <p:nvPr/>
        </p:nvGrpSpPr>
        <p:grpSpPr>
          <a:xfrm rot="0">
            <a:off x="14031687" y="8045977"/>
            <a:ext cx="685800" cy="685800"/>
            <a:chOff x="0" y="0"/>
            <a:chExt cx="914400" cy="914400"/>
          </a:xfrm>
        </p:grpSpPr>
        <p:sp>
          <p:nvSpPr>
            <p:cNvPr name="Freeform 30" id="30"/>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solidFill>
              <a:srgbClr val="42B051"/>
            </a:solidFill>
          </p:spPr>
        </p:sp>
      </p:grpSp>
      <p:grpSp>
        <p:nvGrpSpPr>
          <p:cNvPr name="Group 31" id="31"/>
          <p:cNvGrpSpPr/>
          <p:nvPr/>
        </p:nvGrpSpPr>
        <p:grpSpPr>
          <a:xfrm rot="0">
            <a:off x="10039188" y="2549833"/>
            <a:ext cx="479622" cy="479622"/>
            <a:chOff x="0" y="0"/>
            <a:chExt cx="639496" cy="639496"/>
          </a:xfrm>
        </p:grpSpPr>
        <p:sp>
          <p:nvSpPr>
            <p:cNvPr name="Freeform 32" id="32"/>
            <p:cNvSpPr/>
            <p:nvPr/>
          </p:nvSpPr>
          <p:spPr>
            <a:xfrm flipH="false" flipV="false" rot="0">
              <a:off x="0" y="0"/>
              <a:ext cx="639445" cy="639445"/>
            </a:xfrm>
            <a:custGeom>
              <a:avLst/>
              <a:gdLst/>
              <a:ahLst/>
              <a:cxnLst/>
              <a:rect r="r" b="b" t="t" l="l"/>
              <a:pathLst>
                <a:path h="639445" w="639445">
                  <a:moveTo>
                    <a:pt x="0" y="0"/>
                  </a:moveTo>
                  <a:lnTo>
                    <a:pt x="639445" y="0"/>
                  </a:lnTo>
                  <a:lnTo>
                    <a:pt x="639445" y="639445"/>
                  </a:lnTo>
                  <a:lnTo>
                    <a:pt x="0" y="639445"/>
                  </a:lnTo>
                  <a:close/>
                </a:path>
              </a:pathLst>
            </a:custGeom>
            <a:solidFill>
              <a:srgbClr val="2E83C3"/>
            </a:solidFill>
          </p:spPr>
        </p:sp>
      </p:grpSp>
      <p:grpSp>
        <p:nvGrpSpPr>
          <p:cNvPr name="Group 33" id="33"/>
          <p:cNvGrpSpPr/>
          <p:nvPr/>
        </p:nvGrpSpPr>
        <p:grpSpPr>
          <a:xfrm rot="0">
            <a:off x="14031687" y="8846610"/>
            <a:ext cx="269967" cy="269967"/>
            <a:chOff x="0" y="0"/>
            <a:chExt cx="359956" cy="359956"/>
          </a:xfrm>
        </p:grpSpPr>
        <p:sp>
          <p:nvSpPr>
            <p:cNvPr name="Freeform 34" id="34"/>
            <p:cNvSpPr/>
            <p:nvPr/>
          </p:nvSpPr>
          <p:spPr>
            <a:xfrm flipH="false" flipV="false" rot="0">
              <a:off x="0" y="0"/>
              <a:ext cx="359918" cy="359918"/>
            </a:xfrm>
            <a:custGeom>
              <a:avLst/>
              <a:gdLst/>
              <a:ahLst/>
              <a:cxnLst/>
              <a:rect r="r" b="b" t="t" l="l"/>
              <a:pathLst>
                <a:path h="359918" w="359918">
                  <a:moveTo>
                    <a:pt x="0" y="0"/>
                  </a:moveTo>
                  <a:lnTo>
                    <a:pt x="359918" y="0"/>
                  </a:lnTo>
                  <a:lnTo>
                    <a:pt x="359918" y="359918"/>
                  </a:lnTo>
                  <a:lnTo>
                    <a:pt x="0" y="359918"/>
                  </a:lnTo>
                  <a:close/>
                </a:path>
              </a:pathLst>
            </a:custGeom>
            <a:solidFill>
              <a:srgbClr val="2E946B"/>
            </a:solidFill>
          </p:spPr>
        </p:sp>
      </p:grpSp>
      <p:grpSp>
        <p:nvGrpSpPr>
          <p:cNvPr name="Group 35" id="35"/>
          <p:cNvGrpSpPr/>
          <p:nvPr/>
        </p:nvGrpSpPr>
        <p:grpSpPr>
          <a:xfrm rot="0">
            <a:off x="1013936" y="9707880"/>
            <a:ext cx="3214688" cy="289560"/>
            <a:chOff x="0" y="0"/>
            <a:chExt cx="4286250" cy="386080"/>
          </a:xfrm>
        </p:grpSpPr>
        <p:sp>
          <p:nvSpPr>
            <p:cNvPr name="Freeform 36" id="36"/>
            <p:cNvSpPr/>
            <p:nvPr/>
          </p:nvSpPr>
          <p:spPr>
            <a:xfrm flipH="false" flipV="false" rot="0">
              <a:off x="0" y="0"/>
              <a:ext cx="4286250" cy="386080"/>
            </a:xfrm>
            <a:custGeom>
              <a:avLst/>
              <a:gdLst/>
              <a:ahLst/>
              <a:cxnLst/>
              <a:rect r="r" b="b" t="t" l="l"/>
              <a:pathLst>
                <a:path h="386080" w="4286250">
                  <a:moveTo>
                    <a:pt x="0" y="0"/>
                  </a:moveTo>
                  <a:lnTo>
                    <a:pt x="4286250" y="0"/>
                  </a:lnTo>
                  <a:lnTo>
                    <a:pt x="4286250" y="386080"/>
                  </a:lnTo>
                  <a:lnTo>
                    <a:pt x="0" y="386080"/>
                  </a:lnTo>
                  <a:lnTo>
                    <a:pt x="0" y="0"/>
                  </a:lnTo>
                  <a:close/>
                </a:path>
              </a:pathLst>
            </a:custGeom>
            <a:blipFill>
              <a:blip r:embed="rId3"/>
              <a:stretch>
                <a:fillRect l="0" t="-2518486" r="-135857" b="0"/>
              </a:stretch>
            </a:blipFill>
          </p:spPr>
        </p:sp>
      </p:grpSp>
      <p:sp>
        <p:nvSpPr>
          <p:cNvPr name="TextBox 37" id="37"/>
          <p:cNvSpPr txBox="true"/>
          <p:nvPr/>
        </p:nvSpPr>
        <p:spPr>
          <a:xfrm rot="0">
            <a:off x="1105376" y="582549"/>
            <a:ext cx="4289584" cy="1174109"/>
          </a:xfrm>
          <a:prstGeom prst="rect">
            <a:avLst/>
          </a:prstGeom>
        </p:spPr>
        <p:txBody>
          <a:bodyPr anchor="t" rtlCol="false" tIns="0" lIns="0" bIns="0" rIns="0">
            <a:spAutoFit/>
          </a:bodyPr>
          <a:lstStyle/>
          <a:p>
            <a:pPr algn="l">
              <a:lnSpc>
                <a:spcPts val="8640"/>
              </a:lnSpc>
            </a:pPr>
            <a:r>
              <a:rPr lang="en-US" sz="7200" b="true">
                <a:solidFill>
                  <a:srgbClr val="000000"/>
                </a:solidFill>
                <a:latin typeface="Trebuchet MS Bold"/>
                <a:ea typeface="Trebuchet MS Bold"/>
                <a:cs typeface="Trebuchet MS Bold"/>
                <a:sym typeface="Trebuchet MS Bold"/>
              </a:rPr>
              <a:t>RESULTS </a:t>
            </a:r>
          </a:p>
        </p:txBody>
      </p:sp>
      <p:grpSp>
        <p:nvGrpSpPr>
          <p:cNvPr name="Group 38" id="38"/>
          <p:cNvGrpSpPr/>
          <p:nvPr/>
        </p:nvGrpSpPr>
        <p:grpSpPr>
          <a:xfrm rot="0">
            <a:off x="1303020" y="2125980"/>
            <a:ext cx="10424160" cy="6446520"/>
            <a:chOff x="0" y="0"/>
            <a:chExt cx="13898880" cy="8595360"/>
          </a:xfrm>
        </p:grpSpPr>
        <p:sp>
          <p:nvSpPr>
            <p:cNvPr name="Freeform 39" id="39" descr="cell61_out1.png"/>
            <p:cNvSpPr/>
            <p:nvPr/>
          </p:nvSpPr>
          <p:spPr>
            <a:xfrm flipH="false" flipV="false" rot="0">
              <a:off x="0" y="0"/>
              <a:ext cx="13898880" cy="8595360"/>
            </a:xfrm>
            <a:custGeom>
              <a:avLst/>
              <a:gdLst/>
              <a:ahLst/>
              <a:cxnLst/>
              <a:rect r="r" b="b" t="t" l="l"/>
              <a:pathLst>
                <a:path h="8595360" w="13898880">
                  <a:moveTo>
                    <a:pt x="0" y="0"/>
                  </a:moveTo>
                  <a:lnTo>
                    <a:pt x="13898880" y="0"/>
                  </a:lnTo>
                  <a:lnTo>
                    <a:pt x="13898880" y="8595360"/>
                  </a:lnTo>
                  <a:lnTo>
                    <a:pt x="0" y="8595360"/>
                  </a:lnTo>
                  <a:lnTo>
                    <a:pt x="0" y="0"/>
                  </a:lnTo>
                  <a:close/>
                </a:path>
              </a:pathLst>
            </a:custGeom>
            <a:blipFill>
              <a:blip r:embed="rId4"/>
              <a:stretch>
                <a:fillRect l="-12864" t="0" r="-12864" b="0"/>
              </a:stretch>
            </a:blipFill>
          </p:spPr>
        </p:sp>
      </p:grpSp>
      <p:sp>
        <p:nvSpPr>
          <p:cNvPr name="TextBox 40" id="40"/>
          <p:cNvSpPr txBox="true"/>
          <p:nvPr/>
        </p:nvSpPr>
        <p:spPr>
          <a:xfrm rot="0">
            <a:off x="1348740" y="8622030"/>
            <a:ext cx="11018520" cy="718566"/>
          </a:xfrm>
          <a:prstGeom prst="rect">
            <a:avLst/>
          </a:prstGeom>
        </p:spPr>
        <p:txBody>
          <a:bodyPr anchor="t" rtlCol="false" tIns="0" lIns="0" bIns="0" rIns="0">
            <a:spAutoFit/>
          </a:bodyPr>
          <a:lstStyle/>
          <a:p>
            <a:pPr algn="l">
              <a:lnSpc>
                <a:spcPts val="2520"/>
              </a:lnSpc>
            </a:pPr>
            <a:r>
              <a:rPr lang="en-US" sz="2100" b="true">
                <a:solidFill>
                  <a:srgbClr val="2D2D2D"/>
                </a:solidFill>
                <a:latin typeface="Trebuchet MS Bold"/>
                <a:ea typeface="Trebuchet MS Bold"/>
                <a:cs typeface="Trebuchet MS Bold"/>
                <a:sym typeface="Trebuchet MS Bold"/>
              </a:rPr>
              <a:t>Sugarcane is the highest-yielding crop in all three seasons in the executed analysis.</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4791360">
            <a:off x="9738484" y="5138738"/>
            <a:ext cx="10464870" cy="0"/>
          </a:xfrm>
          <a:prstGeom prst="line">
            <a:avLst/>
          </a:prstGeom>
          <a:ln cap="rnd" w="9525">
            <a:solidFill>
              <a:srgbClr val="5FCBEF"/>
            </a:solidFill>
            <a:prstDash val="solid"/>
            <a:headEnd type="none" len="sm" w="sm"/>
            <a:tailEnd type="none" len="sm" w="sm"/>
          </a:ln>
        </p:spPr>
      </p:sp>
      <p:sp>
        <p:nvSpPr>
          <p:cNvPr name="AutoShape 3" id="3"/>
          <p:cNvSpPr/>
          <p:nvPr/>
        </p:nvSpPr>
        <p:spPr>
          <a:xfrm rot="8776560">
            <a:off x="10406482" y="7899797"/>
            <a:ext cx="8608171" cy="0"/>
          </a:xfrm>
          <a:prstGeom prst="line">
            <a:avLst/>
          </a:prstGeom>
          <a:ln cap="rnd" w="9525">
            <a:solidFill>
              <a:srgbClr val="5FCBEF"/>
            </a:solidFill>
            <a:prstDash val="solid"/>
            <a:headEnd type="none" len="sm" w="sm"/>
            <a:tailEnd type="none" len="sm" w="sm"/>
          </a:ln>
        </p:spPr>
      </p:sp>
      <p:grpSp>
        <p:nvGrpSpPr>
          <p:cNvPr name="Group 4" id="4"/>
          <p:cNvGrpSpPr/>
          <p:nvPr/>
        </p:nvGrpSpPr>
        <p:grpSpPr>
          <a:xfrm rot="0">
            <a:off x="13772217" y="-12697"/>
            <a:ext cx="4511021" cy="10299697"/>
            <a:chOff x="0" y="0"/>
            <a:chExt cx="6014695" cy="13732929"/>
          </a:xfrm>
        </p:grpSpPr>
        <p:sp>
          <p:nvSpPr>
            <p:cNvPr name="Freeform 5" id="5"/>
            <p:cNvSpPr/>
            <p:nvPr/>
          </p:nvSpPr>
          <p:spPr>
            <a:xfrm flipH="false" flipV="false" rot="0">
              <a:off x="0" y="0"/>
              <a:ext cx="6014720" cy="13732890"/>
            </a:xfrm>
            <a:custGeom>
              <a:avLst/>
              <a:gdLst/>
              <a:ahLst/>
              <a:cxnLst/>
              <a:rect r="r" b="b" t="t" l="l"/>
              <a:pathLst>
                <a:path h="13732890" w="6014720">
                  <a:moveTo>
                    <a:pt x="4091051" y="0"/>
                  </a:moveTo>
                  <a:lnTo>
                    <a:pt x="6014720" y="0"/>
                  </a:lnTo>
                  <a:lnTo>
                    <a:pt x="6014720" y="13732890"/>
                  </a:lnTo>
                  <a:lnTo>
                    <a:pt x="0" y="13732890"/>
                  </a:lnTo>
                  <a:lnTo>
                    <a:pt x="4091051" y="0"/>
                  </a:lnTo>
                  <a:close/>
                </a:path>
              </a:pathLst>
            </a:custGeom>
            <a:solidFill>
              <a:srgbClr val="5FCBEF">
                <a:alpha val="12941"/>
              </a:srgbClr>
            </a:solidFill>
          </p:spPr>
        </p:sp>
      </p:grpSp>
      <p:grpSp>
        <p:nvGrpSpPr>
          <p:cNvPr name="Group 6" id="6"/>
          <p:cNvGrpSpPr/>
          <p:nvPr/>
        </p:nvGrpSpPr>
        <p:grpSpPr>
          <a:xfrm rot="0">
            <a:off x="14405162" y="-12697"/>
            <a:ext cx="3882838" cy="10299697"/>
            <a:chOff x="0" y="0"/>
            <a:chExt cx="5177117" cy="13732929"/>
          </a:xfrm>
        </p:grpSpPr>
        <p:sp>
          <p:nvSpPr>
            <p:cNvPr name="Freeform 7" id="7"/>
            <p:cNvSpPr/>
            <p:nvPr/>
          </p:nvSpPr>
          <p:spPr>
            <a:xfrm flipH="false" flipV="false" rot="0">
              <a:off x="0" y="0"/>
              <a:ext cx="5177155" cy="13732890"/>
            </a:xfrm>
            <a:custGeom>
              <a:avLst/>
              <a:gdLst/>
              <a:ahLst/>
              <a:cxnLst/>
              <a:rect r="r" b="b" t="t" l="l"/>
              <a:pathLst>
                <a:path h="13732890" w="5177155">
                  <a:moveTo>
                    <a:pt x="0" y="0"/>
                  </a:moveTo>
                  <a:lnTo>
                    <a:pt x="5177155" y="0"/>
                  </a:lnTo>
                  <a:lnTo>
                    <a:pt x="5177155" y="13732890"/>
                  </a:lnTo>
                  <a:lnTo>
                    <a:pt x="2418969" y="13732890"/>
                  </a:lnTo>
                  <a:lnTo>
                    <a:pt x="0" y="0"/>
                  </a:lnTo>
                  <a:close/>
                </a:path>
              </a:pathLst>
            </a:custGeom>
            <a:solidFill>
              <a:srgbClr val="5FCBEF">
                <a:alpha val="3922"/>
              </a:srgbClr>
            </a:solidFill>
          </p:spPr>
        </p:sp>
      </p:grpSp>
      <p:grpSp>
        <p:nvGrpSpPr>
          <p:cNvPr name="Group 8" id="8"/>
          <p:cNvGrpSpPr/>
          <p:nvPr/>
        </p:nvGrpSpPr>
        <p:grpSpPr>
          <a:xfrm rot="0">
            <a:off x="13398503" y="4572000"/>
            <a:ext cx="4889497" cy="5715000"/>
            <a:chOff x="0" y="0"/>
            <a:chExt cx="6519329" cy="7620000"/>
          </a:xfrm>
        </p:grpSpPr>
        <p:sp>
          <p:nvSpPr>
            <p:cNvPr name="Freeform 9" id="9"/>
            <p:cNvSpPr/>
            <p:nvPr/>
          </p:nvSpPr>
          <p:spPr>
            <a:xfrm flipH="false" flipV="false" rot="0">
              <a:off x="0" y="0"/>
              <a:ext cx="6519291" cy="7620000"/>
            </a:xfrm>
            <a:custGeom>
              <a:avLst/>
              <a:gdLst/>
              <a:ahLst/>
              <a:cxnLst/>
              <a:rect r="r" b="b" t="t" l="l"/>
              <a:pathLst>
                <a:path h="7620000" w="6519291">
                  <a:moveTo>
                    <a:pt x="0" y="7620000"/>
                  </a:moveTo>
                  <a:lnTo>
                    <a:pt x="6519291" y="0"/>
                  </a:lnTo>
                  <a:lnTo>
                    <a:pt x="6519291" y="7620000"/>
                  </a:lnTo>
                  <a:close/>
                </a:path>
              </a:pathLst>
            </a:custGeom>
            <a:solidFill>
              <a:srgbClr val="17B0E4">
                <a:alpha val="43529"/>
              </a:srgbClr>
            </a:solidFill>
          </p:spPr>
        </p:sp>
      </p:grpSp>
      <p:grpSp>
        <p:nvGrpSpPr>
          <p:cNvPr name="Group 10" id="10"/>
          <p:cNvGrpSpPr/>
          <p:nvPr/>
        </p:nvGrpSpPr>
        <p:grpSpPr>
          <a:xfrm rot="0">
            <a:off x="14001750" y="-12697"/>
            <a:ext cx="4281488" cy="10299697"/>
            <a:chOff x="0" y="0"/>
            <a:chExt cx="5708650" cy="13732929"/>
          </a:xfrm>
        </p:grpSpPr>
        <p:sp>
          <p:nvSpPr>
            <p:cNvPr name="Freeform 11" id="11"/>
            <p:cNvSpPr/>
            <p:nvPr/>
          </p:nvSpPr>
          <p:spPr>
            <a:xfrm flipH="false" flipV="false" rot="0">
              <a:off x="0" y="0"/>
              <a:ext cx="5708650" cy="13732890"/>
            </a:xfrm>
            <a:custGeom>
              <a:avLst/>
              <a:gdLst/>
              <a:ahLst/>
              <a:cxnLst/>
              <a:rect r="r" b="b" t="t" l="l"/>
              <a:pathLst>
                <a:path h="13732890" w="5708650">
                  <a:moveTo>
                    <a:pt x="0" y="0"/>
                  </a:moveTo>
                  <a:lnTo>
                    <a:pt x="5708650" y="0"/>
                  </a:lnTo>
                  <a:lnTo>
                    <a:pt x="5708650" y="13732890"/>
                  </a:lnTo>
                  <a:lnTo>
                    <a:pt x="4941443" y="13732890"/>
                  </a:lnTo>
                  <a:lnTo>
                    <a:pt x="0" y="0"/>
                  </a:lnTo>
                  <a:close/>
                </a:path>
              </a:pathLst>
            </a:custGeom>
            <a:solidFill>
              <a:srgbClr val="17B0E4">
                <a:alpha val="24706"/>
              </a:srgbClr>
            </a:solidFill>
          </p:spPr>
        </p:sp>
      </p:grpSp>
      <p:grpSp>
        <p:nvGrpSpPr>
          <p:cNvPr name="Group 12" id="12"/>
          <p:cNvGrpSpPr/>
          <p:nvPr/>
        </p:nvGrpSpPr>
        <p:grpSpPr>
          <a:xfrm rot="0">
            <a:off x="16348091" y="-12697"/>
            <a:ext cx="1935137" cy="10299697"/>
            <a:chOff x="0" y="0"/>
            <a:chExt cx="2580183" cy="13732929"/>
          </a:xfrm>
        </p:grpSpPr>
        <p:sp>
          <p:nvSpPr>
            <p:cNvPr name="Freeform 13" id="13"/>
            <p:cNvSpPr/>
            <p:nvPr/>
          </p:nvSpPr>
          <p:spPr>
            <a:xfrm flipH="false" flipV="false" rot="0">
              <a:off x="0" y="0"/>
              <a:ext cx="2580259" cy="13732890"/>
            </a:xfrm>
            <a:custGeom>
              <a:avLst/>
              <a:gdLst/>
              <a:ahLst/>
              <a:cxnLst/>
              <a:rect r="r" b="b" t="t" l="l"/>
              <a:pathLst>
                <a:path h="13732890" w="2580259">
                  <a:moveTo>
                    <a:pt x="2039493" y="0"/>
                  </a:moveTo>
                  <a:lnTo>
                    <a:pt x="2580259" y="0"/>
                  </a:lnTo>
                  <a:lnTo>
                    <a:pt x="2580259" y="13732890"/>
                  </a:lnTo>
                  <a:lnTo>
                    <a:pt x="0" y="13732890"/>
                  </a:lnTo>
                  <a:lnTo>
                    <a:pt x="2039493" y="0"/>
                  </a:lnTo>
                  <a:close/>
                </a:path>
              </a:pathLst>
            </a:custGeom>
            <a:solidFill>
              <a:srgbClr val="2E83C3">
                <a:alpha val="48627"/>
              </a:srgbClr>
            </a:solidFill>
          </p:spPr>
        </p:sp>
      </p:grpSp>
      <p:grpSp>
        <p:nvGrpSpPr>
          <p:cNvPr name="Group 14" id="14"/>
          <p:cNvGrpSpPr/>
          <p:nvPr/>
        </p:nvGrpSpPr>
        <p:grpSpPr>
          <a:xfrm rot="0">
            <a:off x="16408498" y="-12697"/>
            <a:ext cx="1874739" cy="10299697"/>
            <a:chOff x="0" y="0"/>
            <a:chExt cx="2499652" cy="13732929"/>
          </a:xfrm>
        </p:grpSpPr>
        <p:sp>
          <p:nvSpPr>
            <p:cNvPr name="Freeform 15" id="15"/>
            <p:cNvSpPr/>
            <p:nvPr/>
          </p:nvSpPr>
          <p:spPr>
            <a:xfrm flipH="false" flipV="false" rot="0">
              <a:off x="0" y="0"/>
              <a:ext cx="2499614" cy="13732890"/>
            </a:xfrm>
            <a:custGeom>
              <a:avLst/>
              <a:gdLst/>
              <a:ahLst/>
              <a:cxnLst/>
              <a:rect r="r" b="b" t="t" l="l"/>
              <a:pathLst>
                <a:path h="13732890" w="2499614">
                  <a:moveTo>
                    <a:pt x="0" y="0"/>
                  </a:moveTo>
                  <a:lnTo>
                    <a:pt x="2499614" y="0"/>
                  </a:lnTo>
                  <a:lnTo>
                    <a:pt x="2499614" y="13732890"/>
                  </a:lnTo>
                  <a:lnTo>
                    <a:pt x="2218817" y="13732890"/>
                  </a:lnTo>
                  <a:lnTo>
                    <a:pt x="0" y="0"/>
                  </a:lnTo>
                  <a:close/>
                </a:path>
              </a:pathLst>
            </a:custGeom>
            <a:solidFill>
              <a:srgbClr val="236292">
                <a:alpha val="63922"/>
              </a:srgbClr>
            </a:solidFill>
          </p:spPr>
        </p:sp>
      </p:grpSp>
      <p:grpSp>
        <p:nvGrpSpPr>
          <p:cNvPr name="Group 16" id="16"/>
          <p:cNvGrpSpPr/>
          <p:nvPr/>
        </p:nvGrpSpPr>
        <p:grpSpPr>
          <a:xfrm rot="0">
            <a:off x="15557497" y="5384797"/>
            <a:ext cx="2725741" cy="4902203"/>
            <a:chOff x="0" y="0"/>
            <a:chExt cx="3634321" cy="6536271"/>
          </a:xfrm>
        </p:grpSpPr>
        <p:sp>
          <p:nvSpPr>
            <p:cNvPr name="Freeform 17" id="17"/>
            <p:cNvSpPr/>
            <p:nvPr/>
          </p:nvSpPr>
          <p:spPr>
            <a:xfrm flipH="false" flipV="false" rot="0">
              <a:off x="0" y="0"/>
              <a:ext cx="3634359" cy="6536309"/>
            </a:xfrm>
            <a:custGeom>
              <a:avLst/>
              <a:gdLst/>
              <a:ahLst/>
              <a:cxnLst/>
              <a:rect r="r" b="b" t="t" l="l"/>
              <a:pathLst>
                <a:path h="6536309" w="3634359">
                  <a:moveTo>
                    <a:pt x="0" y="6536309"/>
                  </a:moveTo>
                  <a:lnTo>
                    <a:pt x="3634359" y="0"/>
                  </a:lnTo>
                  <a:lnTo>
                    <a:pt x="3634359" y="6536309"/>
                  </a:lnTo>
                  <a:close/>
                </a:path>
              </a:pathLst>
            </a:custGeom>
            <a:solidFill>
              <a:srgbClr val="17B0E4">
                <a:alpha val="43529"/>
              </a:srgbClr>
            </a:solidFill>
          </p:spPr>
        </p:sp>
      </p:grpSp>
      <p:grpSp>
        <p:nvGrpSpPr>
          <p:cNvPr name="Group 18" id="18"/>
          <p:cNvGrpSpPr/>
          <p:nvPr/>
        </p:nvGrpSpPr>
        <p:grpSpPr>
          <a:xfrm rot="0">
            <a:off x="0" y="6019800"/>
            <a:ext cx="673103" cy="4267200"/>
            <a:chOff x="0" y="0"/>
            <a:chExt cx="897471" cy="5689600"/>
          </a:xfrm>
        </p:grpSpPr>
        <p:sp>
          <p:nvSpPr>
            <p:cNvPr name="Freeform 19" id="19"/>
            <p:cNvSpPr/>
            <p:nvPr/>
          </p:nvSpPr>
          <p:spPr>
            <a:xfrm flipH="false" flipV="false" rot="0">
              <a:off x="0" y="0"/>
              <a:ext cx="897509" cy="5689600"/>
            </a:xfrm>
            <a:custGeom>
              <a:avLst/>
              <a:gdLst/>
              <a:ahLst/>
              <a:cxnLst/>
              <a:rect r="r" b="b" t="t" l="l"/>
              <a:pathLst>
                <a:path h="5689600" w="897509">
                  <a:moveTo>
                    <a:pt x="0" y="5689600"/>
                  </a:moveTo>
                  <a:lnTo>
                    <a:pt x="0" y="0"/>
                  </a:lnTo>
                  <a:lnTo>
                    <a:pt x="897509" y="5689600"/>
                  </a:lnTo>
                  <a:close/>
                </a:path>
              </a:pathLst>
            </a:custGeom>
            <a:solidFill>
              <a:srgbClr val="5FCBEF">
                <a:alpha val="48627"/>
              </a:srgbClr>
            </a:solidFill>
          </p:spPr>
        </p:sp>
      </p:grpSp>
      <p:grpSp>
        <p:nvGrpSpPr>
          <p:cNvPr name="Group 20" id="20"/>
          <p:cNvGrpSpPr/>
          <p:nvPr/>
        </p:nvGrpSpPr>
        <p:grpSpPr>
          <a:xfrm rot="0">
            <a:off x="990590" y="9568358"/>
            <a:ext cx="4114800" cy="547688"/>
            <a:chOff x="0" y="0"/>
            <a:chExt cx="5486400" cy="730250"/>
          </a:xfrm>
        </p:grpSpPr>
        <p:sp>
          <p:nvSpPr>
            <p:cNvPr name="Freeform 21" id="21"/>
            <p:cNvSpPr/>
            <p:nvPr/>
          </p:nvSpPr>
          <p:spPr>
            <a:xfrm flipH="false" flipV="false" rot="0">
              <a:off x="0" y="0"/>
              <a:ext cx="5486400" cy="730250"/>
            </a:xfrm>
            <a:custGeom>
              <a:avLst/>
              <a:gdLst/>
              <a:ahLst/>
              <a:cxnLst/>
              <a:rect r="r" b="b" t="t" l="l"/>
              <a:pathLst>
                <a:path h="730250" w="5486400">
                  <a:moveTo>
                    <a:pt x="0" y="0"/>
                  </a:moveTo>
                  <a:lnTo>
                    <a:pt x="5486400" y="0"/>
                  </a:lnTo>
                  <a:lnTo>
                    <a:pt x="5486400" y="730250"/>
                  </a:lnTo>
                  <a:lnTo>
                    <a:pt x="0" y="730250"/>
                  </a:lnTo>
                  <a:close/>
                </a:path>
              </a:pathLst>
            </a:custGeom>
            <a:blipFill>
              <a:blip r:embed="rId2">
                <a:alphaModFix amt="0"/>
              </a:blip>
              <a:stretch>
                <a:fillRect l="0" t="-96391" r="0" b="-96391"/>
              </a:stretch>
            </a:blipFill>
          </p:spPr>
        </p:sp>
        <p:sp>
          <p:nvSpPr>
            <p:cNvPr name="TextBox 22" id="22"/>
            <p:cNvSpPr txBox="true"/>
            <p:nvPr/>
          </p:nvSpPr>
          <p:spPr>
            <a:xfrm>
              <a:off x="0" y="-9525"/>
              <a:ext cx="5486400" cy="739775"/>
            </a:xfrm>
            <a:prstGeom prst="rect">
              <a:avLst/>
            </a:prstGeom>
          </p:spPr>
          <p:txBody>
            <a:bodyPr anchor="ctr" rtlCol="false" tIns="0" lIns="0" bIns="0" rIns="0"/>
            <a:lstStyle/>
            <a:p>
              <a:pPr algn="l">
                <a:lnSpc>
                  <a:spcPts val="1980"/>
                </a:lnSpc>
              </a:pPr>
              <a:r>
                <a:rPr lang="en-US" sz="1650">
                  <a:solidFill>
                    <a:srgbClr val="2E83C3"/>
                  </a:solidFill>
                  <a:latin typeface="Trebuchet MS"/>
                  <a:ea typeface="Trebuchet MS"/>
                  <a:cs typeface="Trebuchet MS"/>
                  <a:sym typeface="Trebuchet MS"/>
                </a:rPr>
                <a:t>9/8/2026</a:t>
              </a:r>
            </a:p>
          </p:txBody>
        </p:sp>
      </p:grpSp>
      <p:grpSp>
        <p:nvGrpSpPr>
          <p:cNvPr name="Group 23" id="23"/>
          <p:cNvGrpSpPr/>
          <p:nvPr/>
        </p:nvGrpSpPr>
        <p:grpSpPr>
          <a:xfrm rot="0">
            <a:off x="2168290" y="9568358"/>
            <a:ext cx="6172200" cy="547688"/>
            <a:chOff x="0" y="0"/>
            <a:chExt cx="8229600" cy="730250"/>
          </a:xfrm>
        </p:grpSpPr>
        <p:sp>
          <p:nvSpPr>
            <p:cNvPr name="Freeform 24" id="24"/>
            <p:cNvSpPr/>
            <p:nvPr/>
          </p:nvSpPr>
          <p:spPr>
            <a:xfrm flipH="false" flipV="false" rot="0">
              <a:off x="0" y="0"/>
              <a:ext cx="8229600" cy="730250"/>
            </a:xfrm>
            <a:custGeom>
              <a:avLst/>
              <a:gdLst/>
              <a:ahLst/>
              <a:cxnLst/>
              <a:rect r="r" b="b" t="t" l="l"/>
              <a:pathLst>
                <a:path h="730250" w="8229600">
                  <a:moveTo>
                    <a:pt x="0" y="0"/>
                  </a:moveTo>
                  <a:lnTo>
                    <a:pt x="8229600" y="0"/>
                  </a:lnTo>
                  <a:lnTo>
                    <a:pt x="8229600" y="730250"/>
                  </a:lnTo>
                  <a:lnTo>
                    <a:pt x="0" y="730250"/>
                  </a:lnTo>
                  <a:close/>
                </a:path>
              </a:pathLst>
            </a:custGeom>
            <a:blipFill>
              <a:blip r:embed="rId2">
                <a:alphaModFix amt="0"/>
              </a:blip>
              <a:stretch>
                <a:fillRect l="0" t="-169587" r="0" b="-169587"/>
              </a:stretch>
            </a:blipFill>
          </p:spPr>
        </p:sp>
        <p:sp>
          <p:nvSpPr>
            <p:cNvPr name="TextBox 25" id="25"/>
            <p:cNvSpPr txBox="true"/>
            <p:nvPr/>
          </p:nvSpPr>
          <p:spPr>
            <a:xfrm>
              <a:off x="0" y="-9525"/>
              <a:ext cx="8229600" cy="739775"/>
            </a:xfrm>
            <a:prstGeom prst="rect">
              <a:avLst/>
            </a:prstGeom>
          </p:spPr>
          <p:txBody>
            <a:bodyPr anchor="ctr" rtlCol="false" tIns="0" lIns="0" bIns="0" rIns="0"/>
            <a:lstStyle/>
            <a:p>
              <a:pPr algn="l">
                <a:lnSpc>
                  <a:spcPts val="1980"/>
                </a:lnSpc>
              </a:pPr>
              <a:r>
                <a:rPr lang="en-US" sz="1650" b="true">
                  <a:solidFill>
                    <a:srgbClr val="2E83C3"/>
                  </a:solidFill>
                  <a:latin typeface="Trebuchet MS Bold"/>
                  <a:ea typeface="Trebuchet MS Bold"/>
                  <a:cs typeface="Trebuchet MS Bold"/>
                  <a:sym typeface="Trebuchet MS Bold"/>
                </a:rPr>
                <a:t>Annual Review</a:t>
              </a:r>
            </a:p>
          </p:txBody>
        </p:sp>
      </p:grpSp>
      <p:grpSp>
        <p:nvGrpSpPr>
          <p:cNvPr name="Group 26" id="26"/>
          <p:cNvGrpSpPr/>
          <p:nvPr/>
        </p:nvGrpSpPr>
        <p:grpSpPr>
          <a:xfrm rot="0">
            <a:off x="13208003" y="9568358"/>
            <a:ext cx="4114800" cy="547688"/>
            <a:chOff x="0" y="0"/>
            <a:chExt cx="5486400" cy="730250"/>
          </a:xfrm>
        </p:grpSpPr>
        <p:sp>
          <p:nvSpPr>
            <p:cNvPr name="Freeform 27" id="27"/>
            <p:cNvSpPr/>
            <p:nvPr/>
          </p:nvSpPr>
          <p:spPr>
            <a:xfrm flipH="false" flipV="false" rot="0">
              <a:off x="0" y="0"/>
              <a:ext cx="5486400" cy="730250"/>
            </a:xfrm>
            <a:custGeom>
              <a:avLst/>
              <a:gdLst/>
              <a:ahLst/>
              <a:cxnLst/>
              <a:rect r="r" b="b" t="t" l="l"/>
              <a:pathLst>
                <a:path h="730250" w="5486400">
                  <a:moveTo>
                    <a:pt x="0" y="0"/>
                  </a:moveTo>
                  <a:lnTo>
                    <a:pt x="5486400" y="0"/>
                  </a:lnTo>
                  <a:lnTo>
                    <a:pt x="5486400" y="730250"/>
                  </a:lnTo>
                  <a:lnTo>
                    <a:pt x="0" y="730250"/>
                  </a:lnTo>
                  <a:close/>
                </a:path>
              </a:pathLst>
            </a:custGeom>
            <a:blipFill>
              <a:blip r:embed="rId2">
                <a:alphaModFix amt="0"/>
              </a:blip>
              <a:stretch>
                <a:fillRect l="0" t="-96391" r="0" b="-96391"/>
              </a:stretch>
            </a:blipFill>
          </p:spPr>
        </p:sp>
        <p:sp>
          <p:nvSpPr>
            <p:cNvPr name="TextBox 28" id="28"/>
            <p:cNvSpPr txBox="true"/>
            <p:nvPr/>
          </p:nvSpPr>
          <p:spPr>
            <a:xfrm>
              <a:off x="0" y="-9525"/>
              <a:ext cx="5486400" cy="739775"/>
            </a:xfrm>
            <a:prstGeom prst="rect">
              <a:avLst/>
            </a:prstGeom>
          </p:spPr>
          <p:txBody>
            <a:bodyPr anchor="ctr" rtlCol="false" tIns="0" lIns="0" bIns="0" rIns="0"/>
            <a:lstStyle/>
            <a:p>
              <a:pPr algn="r">
                <a:lnSpc>
                  <a:spcPts val="1980"/>
                </a:lnSpc>
              </a:pPr>
              <a:r>
                <a:rPr lang="en-US" sz="1650">
                  <a:solidFill>
                    <a:srgbClr val="2E946B"/>
                  </a:solidFill>
                  <a:latin typeface="Trebuchet MS"/>
                  <a:ea typeface="Trebuchet MS"/>
                  <a:cs typeface="Trebuchet MS"/>
                  <a:sym typeface="Trebuchet MS"/>
                </a:rPr>
                <a:t>‹#›</a:t>
              </a:r>
            </a:p>
          </p:txBody>
        </p:sp>
      </p:grpSp>
      <p:grpSp>
        <p:nvGrpSpPr>
          <p:cNvPr name="Group 29" id="29"/>
          <p:cNvGrpSpPr/>
          <p:nvPr/>
        </p:nvGrpSpPr>
        <p:grpSpPr>
          <a:xfrm rot="0">
            <a:off x="14031687" y="8045977"/>
            <a:ext cx="685800" cy="685800"/>
            <a:chOff x="0" y="0"/>
            <a:chExt cx="914400" cy="914400"/>
          </a:xfrm>
        </p:grpSpPr>
        <p:sp>
          <p:nvSpPr>
            <p:cNvPr name="Freeform 30" id="30"/>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solidFill>
              <a:srgbClr val="42B051"/>
            </a:solidFill>
          </p:spPr>
        </p:sp>
      </p:grpSp>
      <p:grpSp>
        <p:nvGrpSpPr>
          <p:cNvPr name="Group 31" id="31"/>
          <p:cNvGrpSpPr/>
          <p:nvPr/>
        </p:nvGrpSpPr>
        <p:grpSpPr>
          <a:xfrm rot="0">
            <a:off x="10039188" y="2549833"/>
            <a:ext cx="479622" cy="479622"/>
            <a:chOff x="0" y="0"/>
            <a:chExt cx="639496" cy="639496"/>
          </a:xfrm>
        </p:grpSpPr>
        <p:sp>
          <p:nvSpPr>
            <p:cNvPr name="Freeform 32" id="32"/>
            <p:cNvSpPr/>
            <p:nvPr/>
          </p:nvSpPr>
          <p:spPr>
            <a:xfrm flipH="false" flipV="false" rot="0">
              <a:off x="0" y="0"/>
              <a:ext cx="639445" cy="639445"/>
            </a:xfrm>
            <a:custGeom>
              <a:avLst/>
              <a:gdLst/>
              <a:ahLst/>
              <a:cxnLst/>
              <a:rect r="r" b="b" t="t" l="l"/>
              <a:pathLst>
                <a:path h="639445" w="639445">
                  <a:moveTo>
                    <a:pt x="0" y="0"/>
                  </a:moveTo>
                  <a:lnTo>
                    <a:pt x="639445" y="0"/>
                  </a:lnTo>
                  <a:lnTo>
                    <a:pt x="639445" y="639445"/>
                  </a:lnTo>
                  <a:lnTo>
                    <a:pt x="0" y="639445"/>
                  </a:lnTo>
                  <a:close/>
                </a:path>
              </a:pathLst>
            </a:custGeom>
            <a:solidFill>
              <a:srgbClr val="2E83C3"/>
            </a:solidFill>
          </p:spPr>
        </p:sp>
      </p:grpSp>
      <p:grpSp>
        <p:nvGrpSpPr>
          <p:cNvPr name="Group 33" id="33"/>
          <p:cNvGrpSpPr/>
          <p:nvPr/>
        </p:nvGrpSpPr>
        <p:grpSpPr>
          <a:xfrm rot="0">
            <a:off x="14031687" y="8846610"/>
            <a:ext cx="269967" cy="269967"/>
            <a:chOff x="0" y="0"/>
            <a:chExt cx="359956" cy="359956"/>
          </a:xfrm>
        </p:grpSpPr>
        <p:sp>
          <p:nvSpPr>
            <p:cNvPr name="Freeform 34" id="34"/>
            <p:cNvSpPr/>
            <p:nvPr/>
          </p:nvSpPr>
          <p:spPr>
            <a:xfrm flipH="false" flipV="false" rot="0">
              <a:off x="0" y="0"/>
              <a:ext cx="359918" cy="359918"/>
            </a:xfrm>
            <a:custGeom>
              <a:avLst/>
              <a:gdLst/>
              <a:ahLst/>
              <a:cxnLst/>
              <a:rect r="r" b="b" t="t" l="l"/>
              <a:pathLst>
                <a:path h="359918" w="359918">
                  <a:moveTo>
                    <a:pt x="0" y="0"/>
                  </a:moveTo>
                  <a:lnTo>
                    <a:pt x="359918" y="0"/>
                  </a:lnTo>
                  <a:lnTo>
                    <a:pt x="359918" y="359918"/>
                  </a:lnTo>
                  <a:lnTo>
                    <a:pt x="0" y="359918"/>
                  </a:lnTo>
                  <a:close/>
                </a:path>
              </a:pathLst>
            </a:custGeom>
            <a:solidFill>
              <a:srgbClr val="2E946B"/>
            </a:solidFill>
          </p:spPr>
        </p:sp>
      </p:grpSp>
      <p:grpSp>
        <p:nvGrpSpPr>
          <p:cNvPr name="Group 35" id="35"/>
          <p:cNvGrpSpPr/>
          <p:nvPr/>
        </p:nvGrpSpPr>
        <p:grpSpPr>
          <a:xfrm rot="0">
            <a:off x="1013936" y="9707880"/>
            <a:ext cx="3214688" cy="289560"/>
            <a:chOff x="0" y="0"/>
            <a:chExt cx="4286250" cy="386080"/>
          </a:xfrm>
        </p:grpSpPr>
        <p:sp>
          <p:nvSpPr>
            <p:cNvPr name="Freeform 36" id="36"/>
            <p:cNvSpPr/>
            <p:nvPr/>
          </p:nvSpPr>
          <p:spPr>
            <a:xfrm flipH="false" flipV="false" rot="0">
              <a:off x="0" y="0"/>
              <a:ext cx="4286250" cy="386080"/>
            </a:xfrm>
            <a:custGeom>
              <a:avLst/>
              <a:gdLst/>
              <a:ahLst/>
              <a:cxnLst/>
              <a:rect r="r" b="b" t="t" l="l"/>
              <a:pathLst>
                <a:path h="386080" w="4286250">
                  <a:moveTo>
                    <a:pt x="0" y="0"/>
                  </a:moveTo>
                  <a:lnTo>
                    <a:pt x="4286250" y="0"/>
                  </a:lnTo>
                  <a:lnTo>
                    <a:pt x="4286250" y="386080"/>
                  </a:lnTo>
                  <a:lnTo>
                    <a:pt x="0" y="386080"/>
                  </a:lnTo>
                  <a:lnTo>
                    <a:pt x="0" y="0"/>
                  </a:lnTo>
                  <a:close/>
                </a:path>
              </a:pathLst>
            </a:custGeom>
            <a:blipFill>
              <a:blip r:embed="rId3"/>
              <a:stretch>
                <a:fillRect l="0" t="-2518486" r="-135857" b="0"/>
              </a:stretch>
            </a:blipFill>
          </p:spPr>
        </p:sp>
      </p:grpSp>
      <p:sp>
        <p:nvSpPr>
          <p:cNvPr name="TextBox 37" id="37"/>
          <p:cNvSpPr txBox="true"/>
          <p:nvPr/>
        </p:nvSpPr>
        <p:spPr>
          <a:xfrm rot="0">
            <a:off x="1105376" y="582549"/>
            <a:ext cx="4289584" cy="1174109"/>
          </a:xfrm>
          <a:prstGeom prst="rect">
            <a:avLst/>
          </a:prstGeom>
        </p:spPr>
        <p:txBody>
          <a:bodyPr anchor="t" rtlCol="false" tIns="0" lIns="0" bIns="0" rIns="0">
            <a:spAutoFit/>
          </a:bodyPr>
          <a:lstStyle/>
          <a:p>
            <a:pPr algn="l">
              <a:lnSpc>
                <a:spcPts val="8640"/>
              </a:lnSpc>
            </a:pPr>
            <a:r>
              <a:rPr lang="en-US" sz="7200" b="true">
                <a:solidFill>
                  <a:srgbClr val="000000"/>
                </a:solidFill>
                <a:latin typeface="Trebuchet MS Bold"/>
                <a:ea typeface="Trebuchet MS Bold"/>
                <a:cs typeface="Trebuchet MS Bold"/>
                <a:sym typeface="Trebuchet MS Bold"/>
              </a:rPr>
              <a:t>RESULTS </a:t>
            </a:r>
          </a:p>
        </p:txBody>
      </p:sp>
      <p:grpSp>
        <p:nvGrpSpPr>
          <p:cNvPr name="Group 38" id="38"/>
          <p:cNvGrpSpPr/>
          <p:nvPr/>
        </p:nvGrpSpPr>
        <p:grpSpPr>
          <a:xfrm rot="0">
            <a:off x="1303020" y="2125980"/>
            <a:ext cx="10424160" cy="6446520"/>
            <a:chOff x="0" y="0"/>
            <a:chExt cx="13898880" cy="8595360"/>
          </a:xfrm>
        </p:grpSpPr>
        <p:sp>
          <p:nvSpPr>
            <p:cNvPr name="Freeform 39" id="39" descr="cell63_out1.png"/>
            <p:cNvSpPr/>
            <p:nvPr/>
          </p:nvSpPr>
          <p:spPr>
            <a:xfrm flipH="false" flipV="false" rot="0">
              <a:off x="0" y="0"/>
              <a:ext cx="13898880" cy="8595360"/>
            </a:xfrm>
            <a:custGeom>
              <a:avLst/>
              <a:gdLst/>
              <a:ahLst/>
              <a:cxnLst/>
              <a:rect r="r" b="b" t="t" l="l"/>
              <a:pathLst>
                <a:path h="8595360" w="13898880">
                  <a:moveTo>
                    <a:pt x="0" y="0"/>
                  </a:moveTo>
                  <a:lnTo>
                    <a:pt x="13898880" y="0"/>
                  </a:lnTo>
                  <a:lnTo>
                    <a:pt x="13898880" y="8595360"/>
                  </a:lnTo>
                  <a:lnTo>
                    <a:pt x="0" y="8595360"/>
                  </a:lnTo>
                  <a:lnTo>
                    <a:pt x="0" y="0"/>
                  </a:lnTo>
                  <a:close/>
                </a:path>
              </a:pathLst>
            </a:custGeom>
            <a:blipFill>
              <a:blip r:embed="rId4"/>
              <a:stretch>
                <a:fillRect l="-12864" t="0" r="-12864" b="0"/>
              </a:stretch>
            </a:blipFill>
          </p:spPr>
        </p:sp>
      </p:grpSp>
      <p:sp>
        <p:nvSpPr>
          <p:cNvPr name="TextBox 40" id="40"/>
          <p:cNvSpPr txBox="true"/>
          <p:nvPr/>
        </p:nvSpPr>
        <p:spPr>
          <a:xfrm rot="0">
            <a:off x="1348740" y="8622030"/>
            <a:ext cx="11018520" cy="718566"/>
          </a:xfrm>
          <a:prstGeom prst="rect">
            <a:avLst/>
          </a:prstGeom>
        </p:spPr>
        <p:txBody>
          <a:bodyPr anchor="t" rtlCol="false" tIns="0" lIns="0" bIns="0" rIns="0">
            <a:spAutoFit/>
          </a:bodyPr>
          <a:lstStyle/>
          <a:p>
            <a:pPr algn="l">
              <a:lnSpc>
                <a:spcPts val="2520"/>
              </a:lnSpc>
            </a:pPr>
            <a:r>
              <a:rPr lang="en-US" sz="2100" b="true">
                <a:solidFill>
                  <a:srgbClr val="2D2D2D"/>
                </a:solidFill>
                <a:latin typeface="Trebuchet MS Bold"/>
                <a:ea typeface="Trebuchet MS Bold"/>
                <a:cs typeface="Trebuchet MS Bold"/>
                <a:sym typeface="Trebuchet MS Bold"/>
              </a:rPr>
              <a:t>Rainfed has the highest average water efficiency, while Drip has the highest average yield among irrigation methods.</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4791360">
            <a:off x="9738484" y="5138738"/>
            <a:ext cx="10464870" cy="0"/>
          </a:xfrm>
          <a:prstGeom prst="line">
            <a:avLst/>
          </a:prstGeom>
          <a:ln cap="rnd" w="9525">
            <a:solidFill>
              <a:srgbClr val="5FCBEF"/>
            </a:solidFill>
            <a:prstDash val="solid"/>
            <a:headEnd type="none" len="sm" w="sm"/>
            <a:tailEnd type="none" len="sm" w="sm"/>
          </a:ln>
        </p:spPr>
      </p:sp>
      <p:sp>
        <p:nvSpPr>
          <p:cNvPr name="AutoShape 3" id="3"/>
          <p:cNvSpPr/>
          <p:nvPr/>
        </p:nvSpPr>
        <p:spPr>
          <a:xfrm rot="8776560">
            <a:off x="10406482" y="7899797"/>
            <a:ext cx="8608171" cy="0"/>
          </a:xfrm>
          <a:prstGeom prst="line">
            <a:avLst/>
          </a:prstGeom>
          <a:ln cap="rnd" w="9525">
            <a:solidFill>
              <a:srgbClr val="5FCBEF"/>
            </a:solidFill>
            <a:prstDash val="solid"/>
            <a:headEnd type="none" len="sm" w="sm"/>
            <a:tailEnd type="none" len="sm" w="sm"/>
          </a:ln>
        </p:spPr>
      </p:sp>
      <p:grpSp>
        <p:nvGrpSpPr>
          <p:cNvPr name="Group 4" id="4"/>
          <p:cNvGrpSpPr/>
          <p:nvPr/>
        </p:nvGrpSpPr>
        <p:grpSpPr>
          <a:xfrm rot="0">
            <a:off x="13772217" y="-12697"/>
            <a:ext cx="4511021" cy="10299697"/>
            <a:chOff x="0" y="0"/>
            <a:chExt cx="6014695" cy="13732929"/>
          </a:xfrm>
        </p:grpSpPr>
        <p:sp>
          <p:nvSpPr>
            <p:cNvPr name="Freeform 5" id="5"/>
            <p:cNvSpPr/>
            <p:nvPr/>
          </p:nvSpPr>
          <p:spPr>
            <a:xfrm flipH="false" flipV="false" rot="0">
              <a:off x="0" y="0"/>
              <a:ext cx="6014720" cy="13732890"/>
            </a:xfrm>
            <a:custGeom>
              <a:avLst/>
              <a:gdLst/>
              <a:ahLst/>
              <a:cxnLst/>
              <a:rect r="r" b="b" t="t" l="l"/>
              <a:pathLst>
                <a:path h="13732890" w="6014720">
                  <a:moveTo>
                    <a:pt x="4091051" y="0"/>
                  </a:moveTo>
                  <a:lnTo>
                    <a:pt x="6014720" y="0"/>
                  </a:lnTo>
                  <a:lnTo>
                    <a:pt x="6014720" y="13732890"/>
                  </a:lnTo>
                  <a:lnTo>
                    <a:pt x="0" y="13732890"/>
                  </a:lnTo>
                  <a:lnTo>
                    <a:pt x="4091051" y="0"/>
                  </a:lnTo>
                  <a:close/>
                </a:path>
              </a:pathLst>
            </a:custGeom>
            <a:solidFill>
              <a:srgbClr val="5FCBEF">
                <a:alpha val="12941"/>
              </a:srgbClr>
            </a:solidFill>
          </p:spPr>
        </p:sp>
      </p:grpSp>
      <p:grpSp>
        <p:nvGrpSpPr>
          <p:cNvPr name="Group 6" id="6"/>
          <p:cNvGrpSpPr/>
          <p:nvPr/>
        </p:nvGrpSpPr>
        <p:grpSpPr>
          <a:xfrm rot="0">
            <a:off x="14405162" y="-12697"/>
            <a:ext cx="3882838" cy="10299697"/>
            <a:chOff x="0" y="0"/>
            <a:chExt cx="5177117" cy="13732929"/>
          </a:xfrm>
        </p:grpSpPr>
        <p:sp>
          <p:nvSpPr>
            <p:cNvPr name="Freeform 7" id="7"/>
            <p:cNvSpPr/>
            <p:nvPr/>
          </p:nvSpPr>
          <p:spPr>
            <a:xfrm flipH="false" flipV="false" rot="0">
              <a:off x="0" y="0"/>
              <a:ext cx="5177155" cy="13732890"/>
            </a:xfrm>
            <a:custGeom>
              <a:avLst/>
              <a:gdLst/>
              <a:ahLst/>
              <a:cxnLst/>
              <a:rect r="r" b="b" t="t" l="l"/>
              <a:pathLst>
                <a:path h="13732890" w="5177155">
                  <a:moveTo>
                    <a:pt x="0" y="0"/>
                  </a:moveTo>
                  <a:lnTo>
                    <a:pt x="5177155" y="0"/>
                  </a:lnTo>
                  <a:lnTo>
                    <a:pt x="5177155" y="13732890"/>
                  </a:lnTo>
                  <a:lnTo>
                    <a:pt x="2418969" y="13732890"/>
                  </a:lnTo>
                  <a:lnTo>
                    <a:pt x="0" y="0"/>
                  </a:lnTo>
                  <a:close/>
                </a:path>
              </a:pathLst>
            </a:custGeom>
            <a:solidFill>
              <a:srgbClr val="5FCBEF">
                <a:alpha val="3922"/>
              </a:srgbClr>
            </a:solidFill>
          </p:spPr>
        </p:sp>
      </p:grpSp>
      <p:grpSp>
        <p:nvGrpSpPr>
          <p:cNvPr name="Group 8" id="8"/>
          <p:cNvGrpSpPr/>
          <p:nvPr/>
        </p:nvGrpSpPr>
        <p:grpSpPr>
          <a:xfrm rot="0">
            <a:off x="13398503" y="4572000"/>
            <a:ext cx="4889497" cy="5715000"/>
            <a:chOff x="0" y="0"/>
            <a:chExt cx="6519329" cy="7620000"/>
          </a:xfrm>
        </p:grpSpPr>
        <p:sp>
          <p:nvSpPr>
            <p:cNvPr name="Freeform 9" id="9"/>
            <p:cNvSpPr/>
            <p:nvPr/>
          </p:nvSpPr>
          <p:spPr>
            <a:xfrm flipH="false" flipV="false" rot="0">
              <a:off x="0" y="0"/>
              <a:ext cx="6519291" cy="7620000"/>
            </a:xfrm>
            <a:custGeom>
              <a:avLst/>
              <a:gdLst/>
              <a:ahLst/>
              <a:cxnLst/>
              <a:rect r="r" b="b" t="t" l="l"/>
              <a:pathLst>
                <a:path h="7620000" w="6519291">
                  <a:moveTo>
                    <a:pt x="0" y="7620000"/>
                  </a:moveTo>
                  <a:lnTo>
                    <a:pt x="6519291" y="0"/>
                  </a:lnTo>
                  <a:lnTo>
                    <a:pt x="6519291" y="7620000"/>
                  </a:lnTo>
                  <a:close/>
                </a:path>
              </a:pathLst>
            </a:custGeom>
            <a:solidFill>
              <a:srgbClr val="17B0E4">
                <a:alpha val="43529"/>
              </a:srgbClr>
            </a:solidFill>
          </p:spPr>
        </p:sp>
      </p:grpSp>
      <p:grpSp>
        <p:nvGrpSpPr>
          <p:cNvPr name="Group 10" id="10"/>
          <p:cNvGrpSpPr/>
          <p:nvPr/>
        </p:nvGrpSpPr>
        <p:grpSpPr>
          <a:xfrm rot="0">
            <a:off x="14001750" y="-12697"/>
            <a:ext cx="4281488" cy="10299697"/>
            <a:chOff x="0" y="0"/>
            <a:chExt cx="5708650" cy="13732929"/>
          </a:xfrm>
        </p:grpSpPr>
        <p:sp>
          <p:nvSpPr>
            <p:cNvPr name="Freeform 11" id="11"/>
            <p:cNvSpPr/>
            <p:nvPr/>
          </p:nvSpPr>
          <p:spPr>
            <a:xfrm flipH="false" flipV="false" rot="0">
              <a:off x="0" y="0"/>
              <a:ext cx="5708650" cy="13732890"/>
            </a:xfrm>
            <a:custGeom>
              <a:avLst/>
              <a:gdLst/>
              <a:ahLst/>
              <a:cxnLst/>
              <a:rect r="r" b="b" t="t" l="l"/>
              <a:pathLst>
                <a:path h="13732890" w="5708650">
                  <a:moveTo>
                    <a:pt x="0" y="0"/>
                  </a:moveTo>
                  <a:lnTo>
                    <a:pt x="5708650" y="0"/>
                  </a:lnTo>
                  <a:lnTo>
                    <a:pt x="5708650" y="13732890"/>
                  </a:lnTo>
                  <a:lnTo>
                    <a:pt x="4941443" y="13732890"/>
                  </a:lnTo>
                  <a:lnTo>
                    <a:pt x="0" y="0"/>
                  </a:lnTo>
                  <a:close/>
                </a:path>
              </a:pathLst>
            </a:custGeom>
            <a:solidFill>
              <a:srgbClr val="17B0E4">
                <a:alpha val="24706"/>
              </a:srgbClr>
            </a:solidFill>
          </p:spPr>
        </p:sp>
      </p:grpSp>
      <p:grpSp>
        <p:nvGrpSpPr>
          <p:cNvPr name="Group 12" id="12"/>
          <p:cNvGrpSpPr/>
          <p:nvPr/>
        </p:nvGrpSpPr>
        <p:grpSpPr>
          <a:xfrm rot="0">
            <a:off x="16348091" y="-12697"/>
            <a:ext cx="1935137" cy="10299697"/>
            <a:chOff x="0" y="0"/>
            <a:chExt cx="2580183" cy="13732929"/>
          </a:xfrm>
        </p:grpSpPr>
        <p:sp>
          <p:nvSpPr>
            <p:cNvPr name="Freeform 13" id="13"/>
            <p:cNvSpPr/>
            <p:nvPr/>
          </p:nvSpPr>
          <p:spPr>
            <a:xfrm flipH="false" flipV="false" rot="0">
              <a:off x="0" y="0"/>
              <a:ext cx="2580259" cy="13732890"/>
            </a:xfrm>
            <a:custGeom>
              <a:avLst/>
              <a:gdLst/>
              <a:ahLst/>
              <a:cxnLst/>
              <a:rect r="r" b="b" t="t" l="l"/>
              <a:pathLst>
                <a:path h="13732890" w="2580259">
                  <a:moveTo>
                    <a:pt x="2039493" y="0"/>
                  </a:moveTo>
                  <a:lnTo>
                    <a:pt x="2580259" y="0"/>
                  </a:lnTo>
                  <a:lnTo>
                    <a:pt x="2580259" y="13732890"/>
                  </a:lnTo>
                  <a:lnTo>
                    <a:pt x="0" y="13732890"/>
                  </a:lnTo>
                  <a:lnTo>
                    <a:pt x="2039493" y="0"/>
                  </a:lnTo>
                  <a:close/>
                </a:path>
              </a:pathLst>
            </a:custGeom>
            <a:solidFill>
              <a:srgbClr val="2E83C3">
                <a:alpha val="48627"/>
              </a:srgbClr>
            </a:solidFill>
          </p:spPr>
        </p:sp>
      </p:grpSp>
      <p:grpSp>
        <p:nvGrpSpPr>
          <p:cNvPr name="Group 14" id="14"/>
          <p:cNvGrpSpPr/>
          <p:nvPr/>
        </p:nvGrpSpPr>
        <p:grpSpPr>
          <a:xfrm rot="0">
            <a:off x="16408498" y="-12697"/>
            <a:ext cx="1874739" cy="10299697"/>
            <a:chOff x="0" y="0"/>
            <a:chExt cx="2499652" cy="13732929"/>
          </a:xfrm>
        </p:grpSpPr>
        <p:sp>
          <p:nvSpPr>
            <p:cNvPr name="Freeform 15" id="15"/>
            <p:cNvSpPr/>
            <p:nvPr/>
          </p:nvSpPr>
          <p:spPr>
            <a:xfrm flipH="false" flipV="false" rot="0">
              <a:off x="0" y="0"/>
              <a:ext cx="2499614" cy="13732890"/>
            </a:xfrm>
            <a:custGeom>
              <a:avLst/>
              <a:gdLst/>
              <a:ahLst/>
              <a:cxnLst/>
              <a:rect r="r" b="b" t="t" l="l"/>
              <a:pathLst>
                <a:path h="13732890" w="2499614">
                  <a:moveTo>
                    <a:pt x="0" y="0"/>
                  </a:moveTo>
                  <a:lnTo>
                    <a:pt x="2499614" y="0"/>
                  </a:lnTo>
                  <a:lnTo>
                    <a:pt x="2499614" y="13732890"/>
                  </a:lnTo>
                  <a:lnTo>
                    <a:pt x="2218817" y="13732890"/>
                  </a:lnTo>
                  <a:lnTo>
                    <a:pt x="0" y="0"/>
                  </a:lnTo>
                  <a:close/>
                </a:path>
              </a:pathLst>
            </a:custGeom>
            <a:solidFill>
              <a:srgbClr val="236292">
                <a:alpha val="63922"/>
              </a:srgbClr>
            </a:solidFill>
          </p:spPr>
        </p:sp>
      </p:grpSp>
      <p:grpSp>
        <p:nvGrpSpPr>
          <p:cNvPr name="Group 16" id="16"/>
          <p:cNvGrpSpPr/>
          <p:nvPr/>
        </p:nvGrpSpPr>
        <p:grpSpPr>
          <a:xfrm rot="0">
            <a:off x="15557497" y="5384797"/>
            <a:ext cx="2725741" cy="4902203"/>
            <a:chOff x="0" y="0"/>
            <a:chExt cx="3634321" cy="6536271"/>
          </a:xfrm>
        </p:grpSpPr>
        <p:sp>
          <p:nvSpPr>
            <p:cNvPr name="Freeform 17" id="17"/>
            <p:cNvSpPr/>
            <p:nvPr/>
          </p:nvSpPr>
          <p:spPr>
            <a:xfrm flipH="false" flipV="false" rot="0">
              <a:off x="0" y="0"/>
              <a:ext cx="3634359" cy="6536309"/>
            </a:xfrm>
            <a:custGeom>
              <a:avLst/>
              <a:gdLst/>
              <a:ahLst/>
              <a:cxnLst/>
              <a:rect r="r" b="b" t="t" l="l"/>
              <a:pathLst>
                <a:path h="6536309" w="3634359">
                  <a:moveTo>
                    <a:pt x="0" y="6536309"/>
                  </a:moveTo>
                  <a:lnTo>
                    <a:pt x="3634359" y="0"/>
                  </a:lnTo>
                  <a:lnTo>
                    <a:pt x="3634359" y="6536309"/>
                  </a:lnTo>
                  <a:close/>
                </a:path>
              </a:pathLst>
            </a:custGeom>
            <a:solidFill>
              <a:srgbClr val="17B0E4">
                <a:alpha val="43529"/>
              </a:srgbClr>
            </a:solidFill>
          </p:spPr>
        </p:sp>
      </p:grpSp>
      <p:grpSp>
        <p:nvGrpSpPr>
          <p:cNvPr name="Group 18" id="18"/>
          <p:cNvGrpSpPr/>
          <p:nvPr/>
        </p:nvGrpSpPr>
        <p:grpSpPr>
          <a:xfrm rot="0">
            <a:off x="0" y="6019800"/>
            <a:ext cx="673103" cy="4267200"/>
            <a:chOff x="0" y="0"/>
            <a:chExt cx="897471" cy="5689600"/>
          </a:xfrm>
        </p:grpSpPr>
        <p:sp>
          <p:nvSpPr>
            <p:cNvPr name="Freeform 19" id="19"/>
            <p:cNvSpPr/>
            <p:nvPr/>
          </p:nvSpPr>
          <p:spPr>
            <a:xfrm flipH="false" flipV="false" rot="0">
              <a:off x="0" y="0"/>
              <a:ext cx="897509" cy="5689600"/>
            </a:xfrm>
            <a:custGeom>
              <a:avLst/>
              <a:gdLst/>
              <a:ahLst/>
              <a:cxnLst/>
              <a:rect r="r" b="b" t="t" l="l"/>
              <a:pathLst>
                <a:path h="5689600" w="897509">
                  <a:moveTo>
                    <a:pt x="0" y="5689600"/>
                  </a:moveTo>
                  <a:lnTo>
                    <a:pt x="0" y="0"/>
                  </a:lnTo>
                  <a:lnTo>
                    <a:pt x="897509" y="5689600"/>
                  </a:lnTo>
                  <a:close/>
                </a:path>
              </a:pathLst>
            </a:custGeom>
            <a:solidFill>
              <a:srgbClr val="5FCBEF">
                <a:alpha val="48627"/>
              </a:srgbClr>
            </a:solidFill>
          </p:spPr>
        </p:sp>
      </p:grpSp>
      <p:grpSp>
        <p:nvGrpSpPr>
          <p:cNvPr name="Group 20" id="20"/>
          <p:cNvGrpSpPr/>
          <p:nvPr/>
        </p:nvGrpSpPr>
        <p:grpSpPr>
          <a:xfrm rot="0">
            <a:off x="990590" y="9568358"/>
            <a:ext cx="4114800" cy="547688"/>
            <a:chOff x="0" y="0"/>
            <a:chExt cx="5486400" cy="730250"/>
          </a:xfrm>
        </p:grpSpPr>
        <p:sp>
          <p:nvSpPr>
            <p:cNvPr name="Freeform 21" id="21"/>
            <p:cNvSpPr/>
            <p:nvPr/>
          </p:nvSpPr>
          <p:spPr>
            <a:xfrm flipH="false" flipV="false" rot="0">
              <a:off x="0" y="0"/>
              <a:ext cx="5486400" cy="730250"/>
            </a:xfrm>
            <a:custGeom>
              <a:avLst/>
              <a:gdLst/>
              <a:ahLst/>
              <a:cxnLst/>
              <a:rect r="r" b="b" t="t" l="l"/>
              <a:pathLst>
                <a:path h="730250" w="5486400">
                  <a:moveTo>
                    <a:pt x="0" y="0"/>
                  </a:moveTo>
                  <a:lnTo>
                    <a:pt x="5486400" y="0"/>
                  </a:lnTo>
                  <a:lnTo>
                    <a:pt x="5486400" y="730250"/>
                  </a:lnTo>
                  <a:lnTo>
                    <a:pt x="0" y="730250"/>
                  </a:lnTo>
                  <a:close/>
                </a:path>
              </a:pathLst>
            </a:custGeom>
            <a:blipFill>
              <a:blip r:embed="rId2">
                <a:alphaModFix amt="0"/>
              </a:blip>
              <a:stretch>
                <a:fillRect l="0" t="-96391" r="0" b="-96391"/>
              </a:stretch>
            </a:blipFill>
          </p:spPr>
        </p:sp>
        <p:sp>
          <p:nvSpPr>
            <p:cNvPr name="TextBox 22" id="22"/>
            <p:cNvSpPr txBox="true"/>
            <p:nvPr/>
          </p:nvSpPr>
          <p:spPr>
            <a:xfrm>
              <a:off x="0" y="-9525"/>
              <a:ext cx="5486400" cy="739775"/>
            </a:xfrm>
            <a:prstGeom prst="rect">
              <a:avLst/>
            </a:prstGeom>
          </p:spPr>
          <p:txBody>
            <a:bodyPr anchor="ctr" rtlCol="false" tIns="0" lIns="0" bIns="0" rIns="0"/>
            <a:lstStyle/>
            <a:p>
              <a:pPr algn="l">
                <a:lnSpc>
                  <a:spcPts val="1980"/>
                </a:lnSpc>
              </a:pPr>
              <a:r>
                <a:rPr lang="en-US" sz="1650">
                  <a:solidFill>
                    <a:srgbClr val="2E83C3"/>
                  </a:solidFill>
                  <a:latin typeface="Trebuchet MS"/>
                  <a:ea typeface="Trebuchet MS"/>
                  <a:cs typeface="Trebuchet MS"/>
                  <a:sym typeface="Trebuchet MS"/>
                </a:rPr>
                <a:t>9/8/2026</a:t>
              </a:r>
            </a:p>
          </p:txBody>
        </p:sp>
      </p:grpSp>
      <p:grpSp>
        <p:nvGrpSpPr>
          <p:cNvPr name="Group 23" id="23"/>
          <p:cNvGrpSpPr/>
          <p:nvPr/>
        </p:nvGrpSpPr>
        <p:grpSpPr>
          <a:xfrm rot="0">
            <a:off x="2168290" y="9568358"/>
            <a:ext cx="6172200" cy="547688"/>
            <a:chOff x="0" y="0"/>
            <a:chExt cx="8229600" cy="730250"/>
          </a:xfrm>
        </p:grpSpPr>
        <p:sp>
          <p:nvSpPr>
            <p:cNvPr name="Freeform 24" id="24"/>
            <p:cNvSpPr/>
            <p:nvPr/>
          </p:nvSpPr>
          <p:spPr>
            <a:xfrm flipH="false" flipV="false" rot="0">
              <a:off x="0" y="0"/>
              <a:ext cx="8229600" cy="730250"/>
            </a:xfrm>
            <a:custGeom>
              <a:avLst/>
              <a:gdLst/>
              <a:ahLst/>
              <a:cxnLst/>
              <a:rect r="r" b="b" t="t" l="l"/>
              <a:pathLst>
                <a:path h="730250" w="8229600">
                  <a:moveTo>
                    <a:pt x="0" y="0"/>
                  </a:moveTo>
                  <a:lnTo>
                    <a:pt x="8229600" y="0"/>
                  </a:lnTo>
                  <a:lnTo>
                    <a:pt x="8229600" y="730250"/>
                  </a:lnTo>
                  <a:lnTo>
                    <a:pt x="0" y="730250"/>
                  </a:lnTo>
                  <a:close/>
                </a:path>
              </a:pathLst>
            </a:custGeom>
            <a:blipFill>
              <a:blip r:embed="rId2">
                <a:alphaModFix amt="0"/>
              </a:blip>
              <a:stretch>
                <a:fillRect l="0" t="-169587" r="0" b="-169587"/>
              </a:stretch>
            </a:blipFill>
          </p:spPr>
        </p:sp>
        <p:sp>
          <p:nvSpPr>
            <p:cNvPr name="TextBox 25" id="25"/>
            <p:cNvSpPr txBox="true"/>
            <p:nvPr/>
          </p:nvSpPr>
          <p:spPr>
            <a:xfrm>
              <a:off x="0" y="-9525"/>
              <a:ext cx="8229600" cy="739775"/>
            </a:xfrm>
            <a:prstGeom prst="rect">
              <a:avLst/>
            </a:prstGeom>
          </p:spPr>
          <p:txBody>
            <a:bodyPr anchor="ctr" rtlCol="false" tIns="0" lIns="0" bIns="0" rIns="0"/>
            <a:lstStyle/>
            <a:p>
              <a:pPr algn="l">
                <a:lnSpc>
                  <a:spcPts val="1980"/>
                </a:lnSpc>
              </a:pPr>
              <a:r>
                <a:rPr lang="en-US" sz="1650" b="true">
                  <a:solidFill>
                    <a:srgbClr val="2E83C3"/>
                  </a:solidFill>
                  <a:latin typeface="Trebuchet MS Bold"/>
                  <a:ea typeface="Trebuchet MS Bold"/>
                  <a:cs typeface="Trebuchet MS Bold"/>
                  <a:sym typeface="Trebuchet MS Bold"/>
                </a:rPr>
                <a:t>Annual Review</a:t>
              </a:r>
            </a:p>
          </p:txBody>
        </p:sp>
      </p:grpSp>
      <p:grpSp>
        <p:nvGrpSpPr>
          <p:cNvPr name="Group 26" id="26"/>
          <p:cNvGrpSpPr/>
          <p:nvPr/>
        </p:nvGrpSpPr>
        <p:grpSpPr>
          <a:xfrm rot="0">
            <a:off x="13208003" y="9568358"/>
            <a:ext cx="4114800" cy="547688"/>
            <a:chOff x="0" y="0"/>
            <a:chExt cx="5486400" cy="730250"/>
          </a:xfrm>
        </p:grpSpPr>
        <p:sp>
          <p:nvSpPr>
            <p:cNvPr name="Freeform 27" id="27"/>
            <p:cNvSpPr/>
            <p:nvPr/>
          </p:nvSpPr>
          <p:spPr>
            <a:xfrm flipH="false" flipV="false" rot="0">
              <a:off x="0" y="0"/>
              <a:ext cx="5486400" cy="730250"/>
            </a:xfrm>
            <a:custGeom>
              <a:avLst/>
              <a:gdLst/>
              <a:ahLst/>
              <a:cxnLst/>
              <a:rect r="r" b="b" t="t" l="l"/>
              <a:pathLst>
                <a:path h="730250" w="5486400">
                  <a:moveTo>
                    <a:pt x="0" y="0"/>
                  </a:moveTo>
                  <a:lnTo>
                    <a:pt x="5486400" y="0"/>
                  </a:lnTo>
                  <a:lnTo>
                    <a:pt x="5486400" y="730250"/>
                  </a:lnTo>
                  <a:lnTo>
                    <a:pt x="0" y="730250"/>
                  </a:lnTo>
                  <a:close/>
                </a:path>
              </a:pathLst>
            </a:custGeom>
            <a:blipFill>
              <a:blip r:embed="rId2">
                <a:alphaModFix amt="0"/>
              </a:blip>
              <a:stretch>
                <a:fillRect l="0" t="-96391" r="0" b="-96391"/>
              </a:stretch>
            </a:blipFill>
          </p:spPr>
        </p:sp>
        <p:sp>
          <p:nvSpPr>
            <p:cNvPr name="TextBox 28" id="28"/>
            <p:cNvSpPr txBox="true"/>
            <p:nvPr/>
          </p:nvSpPr>
          <p:spPr>
            <a:xfrm>
              <a:off x="0" y="-9525"/>
              <a:ext cx="5486400" cy="739775"/>
            </a:xfrm>
            <a:prstGeom prst="rect">
              <a:avLst/>
            </a:prstGeom>
          </p:spPr>
          <p:txBody>
            <a:bodyPr anchor="ctr" rtlCol="false" tIns="0" lIns="0" bIns="0" rIns="0"/>
            <a:lstStyle/>
            <a:p>
              <a:pPr algn="r">
                <a:lnSpc>
                  <a:spcPts val="1980"/>
                </a:lnSpc>
              </a:pPr>
              <a:r>
                <a:rPr lang="en-US" sz="1650">
                  <a:solidFill>
                    <a:srgbClr val="2E946B"/>
                  </a:solidFill>
                  <a:latin typeface="Trebuchet MS"/>
                  <a:ea typeface="Trebuchet MS"/>
                  <a:cs typeface="Trebuchet MS"/>
                  <a:sym typeface="Trebuchet MS"/>
                </a:rPr>
                <a:t>‹#›</a:t>
              </a:r>
            </a:p>
          </p:txBody>
        </p:sp>
      </p:grpSp>
      <p:grpSp>
        <p:nvGrpSpPr>
          <p:cNvPr name="Group 29" id="29"/>
          <p:cNvGrpSpPr/>
          <p:nvPr/>
        </p:nvGrpSpPr>
        <p:grpSpPr>
          <a:xfrm rot="0">
            <a:off x="14031687" y="8045977"/>
            <a:ext cx="685800" cy="685800"/>
            <a:chOff x="0" y="0"/>
            <a:chExt cx="914400" cy="914400"/>
          </a:xfrm>
        </p:grpSpPr>
        <p:sp>
          <p:nvSpPr>
            <p:cNvPr name="Freeform 30" id="30"/>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solidFill>
              <a:srgbClr val="42B051"/>
            </a:solidFill>
          </p:spPr>
        </p:sp>
      </p:grpSp>
      <p:grpSp>
        <p:nvGrpSpPr>
          <p:cNvPr name="Group 31" id="31"/>
          <p:cNvGrpSpPr/>
          <p:nvPr/>
        </p:nvGrpSpPr>
        <p:grpSpPr>
          <a:xfrm rot="0">
            <a:off x="10039188" y="2549833"/>
            <a:ext cx="479622" cy="479622"/>
            <a:chOff x="0" y="0"/>
            <a:chExt cx="639496" cy="639496"/>
          </a:xfrm>
        </p:grpSpPr>
        <p:sp>
          <p:nvSpPr>
            <p:cNvPr name="Freeform 32" id="32"/>
            <p:cNvSpPr/>
            <p:nvPr/>
          </p:nvSpPr>
          <p:spPr>
            <a:xfrm flipH="false" flipV="false" rot="0">
              <a:off x="0" y="0"/>
              <a:ext cx="639445" cy="639445"/>
            </a:xfrm>
            <a:custGeom>
              <a:avLst/>
              <a:gdLst/>
              <a:ahLst/>
              <a:cxnLst/>
              <a:rect r="r" b="b" t="t" l="l"/>
              <a:pathLst>
                <a:path h="639445" w="639445">
                  <a:moveTo>
                    <a:pt x="0" y="0"/>
                  </a:moveTo>
                  <a:lnTo>
                    <a:pt x="639445" y="0"/>
                  </a:lnTo>
                  <a:lnTo>
                    <a:pt x="639445" y="639445"/>
                  </a:lnTo>
                  <a:lnTo>
                    <a:pt x="0" y="639445"/>
                  </a:lnTo>
                  <a:close/>
                </a:path>
              </a:pathLst>
            </a:custGeom>
            <a:solidFill>
              <a:srgbClr val="2E83C3"/>
            </a:solidFill>
          </p:spPr>
        </p:sp>
      </p:grpSp>
      <p:grpSp>
        <p:nvGrpSpPr>
          <p:cNvPr name="Group 33" id="33"/>
          <p:cNvGrpSpPr/>
          <p:nvPr/>
        </p:nvGrpSpPr>
        <p:grpSpPr>
          <a:xfrm rot="0">
            <a:off x="14031687" y="8846610"/>
            <a:ext cx="269967" cy="269967"/>
            <a:chOff x="0" y="0"/>
            <a:chExt cx="359956" cy="359956"/>
          </a:xfrm>
        </p:grpSpPr>
        <p:sp>
          <p:nvSpPr>
            <p:cNvPr name="Freeform 34" id="34"/>
            <p:cNvSpPr/>
            <p:nvPr/>
          </p:nvSpPr>
          <p:spPr>
            <a:xfrm flipH="false" flipV="false" rot="0">
              <a:off x="0" y="0"/>
              <a:ext cx="359918" cy="359918"/>
            </a:xfrm>
            <a:custGeom>
              <a:avLst/>
              <a:gdLst/>
              <a:ahLst/>
              <a:cxnLst/>
              <a:rect r="r" b="b" t="t" l="l"/>
              <a:pathLst>
                <a:path h="359918" w="359918">
                  <a:moveTo>
                    <a:pt x="0" y="0"/>
                  </a:moveTo>
                  <a:lnTo>
                    <a:pt x="359918" y="0"/>
                  </a:lnTo>
                  <a:lnTo>
                    <a:pt x="359918" y="359918"/>
                  </a:lnTo>
                  <a:lnTo>
                    <a:pt x="0" y="359918"/>
                  </a:lnTo>
                  <a:close/>
                </a:path>
              </a:pathLst>
            </a:custGeom>
            <a:solidFill>
              <a:srgbClr val="2E946B"/>
            </a:solidFill>
          </p:spPr>
        </p:sp>
      </p:grpSp>
      <p:grpSp>
        <p:nvGrpSpPr>
          <p:cNvPr name="Group 35" id="35"/>
          <p:cNvGrpSpPr/>
          <p:nvPr/>
        </p:nvGrpSpPr>
        <p:grpSpPr>
          <a:xfrm rot="0">
            <a:off x="1013936" y="9707880"/>
            <a:ext cx="3214688" cy="289560"/>
            <a:chOff x="0" y="0"/>
            <a:chExt cx="4286250" cy="386080"/>
          </a:xfrm>
        </p:grpSpPr>
        <p:sp>
          <p:nvSpPr>
            <p:cNvPr name="Freeform 36" id="36"/>
            <p:cNvSpPr/>
            <p:nvPr/>
          </p:nvSpPr>
          <p:spPr>
            <a:xfrm flipH="false" flipV="false" rot="0">
              <a:off x="0" y="0"/>
              <a:ext cx="4286250" cy="386080"/>
            </a:xfrm>
            <a:custGeom>
              <a:avLst/>
              <a:gdLst/>
              <a:ahLst/>
              <a:cxnLst/>
              <a:rect r="r" b="b" t="t" l="l"/>
              <a:pathLst>
                <a:path h="386080" w="4286250">
                  <a:moveTo>
                    <a:pt x="0" y="0"/>
                  </a:moveTo>
                  <a:lnTo>
                    <a:pt x="4286250" y="0"/>
                  </a:lnTo>
                  <a:lnTo>
                    <a:pt x="4286250" y="386080"/>
                  </a:lnTo>
                  <a:lnTo>
                    <a:pt x="0" y="386080"/>
                  </a:lnTo>
                  <a:lnTo>
                    <a:pt x="0" y="0"/>
                  </a:lnTo>
                  <a:close/>
                </a:path>
              </a:pathLst>
            </a:custGeom>
            <a:blipFill>
              <a:blip r:embed="rId3"/>
              <a:stretch>
                <a:fillRect l="0" t="-2518486" r="-135857" b="0"/>
              </a:stretch>
            </a:blipFill>
          </p:spPr>
        </p:sp>
      </p:grpSp>
      <p:sp>
        <p:nvSpPr>
          <p:cNvPr name="TextBox 37" id="37"/>
          <p:cNvSpPr txBox="true"/>
          <p:nvPr/>
        </p:nvSpPr>
        <p:spPr>
          <a:xfrm rot="0">
            <a:off x="1497263" y="1459830"/>
            <a:ext cx="6920817" cy="1164584"/>
          </a:xfrm>
          <a:prstGeom prst="rect">
            <a:avLst/>
          </a:prstGeom>
        </p:spPr>
        <p:txBody>
          <a:bodyPr anchor="t" rtlCol="false" tIns="0" lIns="0" bIns="0" rIns="0">
            <a:spAutoFit/>
          </a:bodyPr>
          <a:lstStyle/>
          <a:p>
            <a:pPr algn="l">
              <a:lnSpc>
                <a:spcPts val="7200"/>
              </a:lnSpc>
            </a:pPr>
            <a:r>
              <a:rPr lang="en-US" sz="6000" b="true">
                <a:solidFill>
                  <a:srgbClr val="000000"/>
                </a:solidFill>
                <a:latin typeface="Trebuchet MS Bold"/>
                <a:ea typeface="Trebuchet MS Bold"/>
                <a:cs typeface="Trebuchet MS Bold"/>
                <a:sym typeface="Trebuchet MS Bold"/>
              </a:rPr>
              <a:t>Future scope</a:t>
            </a:r>
          </a:p>
        </p:txBody>
      </p:sp>
      <p:sp>
        <p:nvSpPr>
          <p:cNvPr name="TextBox 38" id="38"/>
          <p:cNvSpPr txBox="true"/>
          <p:nvPr/>
        </p:nvSpPr>
        <p:spPr>
          <a:xfrm rot="0">
            <a:off x="817645" y="3134935"/>
            <a:ext cx="12097512" cy="5202431"/>
          </a:xfrm>
          <a:prstGeom prst="rect">
            <a:avLst/>
          </a:prstGeom>
        </p:spPr>
        <p:txBody>
          <a:bodyPr anchor="t" rtlCol="false" tIns="0" lIns="0" bIns="0" rIns="0">
            <a:spAutoFit/>
          </a:bodyPr>
          <a:lstStyle/>
          <a:p>
            <a:pPr algn="l" marL="542925" indent="-271462" lvl="1">
              <a:lnSpc>
                <a:spcPts val="3600"/>
              </a:lnSpc>
              <a:buFont typeface="Arial"/>
              <a:buChar char="•"/>
            </a:pPr>
            <a:r>
              <a:rPr lang="en-US" sz="3000">
                <a:solidFill>
                  <a:srgbClr val="232323"/>
                </a:solidFill>
                <a:latin typeface="Trebuchet MS"/>
                <a:ea typeface="Trebuchet MS"/>
                <a:cs typeface="Trebuchet MS"/>
                <a:sym typeface="Trebuchet MS"/>
              </a:rPr>
              <a:t>Include additional years and wider regional coverage for stronger seasonal comparisons.</a:t>
            </a:r>
          </a:p>
          <a:p>
            <a:pPr algn="l" marL="542925" indent="-271462" lvl="1">
              <a:lnSpc>
                <a:spcPts val="3600"/>
              </a:lnSpc>
              <a:buFont typeface="Arial"/>
              <a:buChar char="•"/>
            </a:pPr>
            <a:r>
              <a:rPr lang="en-US" sz="3000">
                <a:solidFill>
                  <a:srgbClr val="232323"/>
                </a:solidFill>
                <a:latin typeface="Trebuchet MS"/>
                <a:ea typeface="Trebuchet MS"/>
                <a:cs typeface="Trebuchet MS"/>
                <a:sym typeface="Trebuchet MS"/>
              </a:rPr>
              <a:t>Add weather and soil observations from external sources for deeper seasonal analysis.</a:t>
            </a:r>
          </a:p>
          <a:p>
            <a:pPr algn="l" marL="542925" indent="-271462" lvl="1">
              <a:lnSpc>
                <a:spcPts val="3600"/>
              </a:lnSpc>
              <a:buFont typeface="Arial"/>
              <a:buChar char="•"/>
            </a:pPr>
            <a:r>
              <a:rPr lang="en-US" sz="3000">
                <a:solidFill>
                  <a:srgbClr val="232323"/>
                </a:solidFill>
                <a:latin typeface="Trebuchet MS"/>
                <a:ea typeface="Trebuchet MS"/>
                <a:cs typeface="Trebuchet MS"/>
                <a:sym typeface="Trebuchet MS"/>
              </a:rPr>
              <a:t>Extend the analysis with forecasting or predictive models when suitable data is available.</a:t>
            </a:r>
          </a:p>
          <a:p>
            <a:pPr algn="l" marL="542925" indent="-271462" lvl="1">
              <a:lnSpc>
                <a:spcPts val="3600"/>
              </a:lnSpc>
              <a:buFont typeface="Arial"/>
              <a:buChar char="•"/>
            </a:pPr>
            <a:r>
              <a:rPr lang="en-US" sz="3000">
                <a:solidFill>
                  <a:srgbClr val="232323"/>
                </a:solidFill>
                <a:latin typeface="Trebuchet MS"/>
                <a:ea typeface="Trebuchet MS"/>
                <a:cs typeface="Trebuchet MS"/>
                <a:sym typeface="Trebuchet MS"/>
              </a:rPr>
              <a:t>Develop an interactive dashboard to present seasonal indicators and comparisons.</a:t>
            </a:r>
          </a:p>
          <a:p>
            <a:pPr algn="l" marL="542925" indent="-271462" lvl="1">
              <a:lnSpc>
                <a:spcPts val="3600"/>
              </a:lnSpc>
              <a:buFont typeface="Arial"/>
              <a:buChar char="•"/>
            </a:pPr>
            <a:r>
              <a:rPr lang="en-US" sz="3000">
                <a:solidFill>
                  <a:srgbClr val="232323"/>
                </a:solidFill>
                <a:latin typeface="Trebuchet MS"/>
                <a:ea typeface="Trebuchet MS"/>
                <a:cs typeface="Trebuchet MS"/>
                <a:sym typeface="Trebuchet MS"/>
              </a:rPr>
              <a:t>Automate seasonal reports for regular agricultural planning and resource monitoring.</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4791360">
            <a:off x="9738484" y="5138738"/>
            <a:ext cx="10464870" cy="0"/>
          </a:xfrm>
          <a:prstGeom prst="line">
            <a:avLst/>
          </a:prstGeom>
          <a:ln cap="rnd" w="9525">
            <a:solidFill>
              <a:srgbClr val="5FCBEF"/>
            </a:solidFill>
            <a:prstDash val="solid"/>
            <a:headEnd type="none" len="sm" w="sm"/>
            <a:tailEnd type="none" len="sm" w="sm"/>
          </a:ln>
        </p:spPr>
      </p:sp>
      <p:sp>
        <p:nvSpPr>
          <p:cNvPr name="AutoShape 3" id="3"/>
          <p:cNvSpPr/>
          <p:nvPr/>
        </p:nvSpPr>
        <p:spPr>
          <a:xfrm rot="8776560">
            <a:off x="10406482" y="7899797"/>
            <a:ext cx="8608171" cy="0"/>
          </a:xfrm>
          <a:prstGeom prst="line">
            <a:avLst/>
          </a:prstGeom>
          <a:ln cap="rnd" w="9525">
            <a:solidFill>
              <a:srgbClr val="5FCBEF"/>
            </a:solidFill>
            <a:prstDash val="solid"/>
            <a:headEnd type="none" len="sm" w="sm"/>
            <a:tailEnd type="none" len="sm" w="sm"/>
          </a:ln>
        </p:spPr>
      </p:sp>
      <p:grpSp>
        <p:nvGrpSpPr>
          <p:cNvPr name="Group 4" id="4"/>
          <p:cNvGrpSpPr/>
          <p:nvPr/>
        </p:nvGrpSpPr>
        <p:grpSpPr>
          <a:xfrm rot="0">
            <a:off x="13772217" y="-12697"/>
            <a:ext cx="4511021" cy="10299697"/>
            <a:chOff x="0" y="0"/>
            <a:chExt cx="6014695" cy="13732929"/>
          </a:xfrm>
        </p:grpSpPr>
        <p:sp>
          <p:nvSpPr>
            <p:cNvPr name="Freeform 5" id="5"/>
            <p:cNvSpPr/>
            <p:nvPr/>
          </p:nvSpPr>
          <p:spPr>
            <a:xfrm flipH="false" flipV="false" rot="0">
              <a:off x="0" y="0"/>
              <a:ext cx="6014720" cy="13732890"/>
            </a:xfrm>
            <a:custGeom>
              <a:avLst/>
              <a:gdLst/>
              <a:ahLst/>
              <a:cxnLst/>
              <a:rect r="r" b="b" t="t" l="l"/>
              <a:pathLst>
                <a:path h="13732890" w="6014720">
                  <a:moveTo>
                    <a:pt x="4091051" y="0"/>
                  </a:moveTo>
                  <a:lnTo>
                    <a:pt x="6014720" y="0"/>
                  </a:lnTo>
                  <a:lnTo>
                    <a:pt x="6014720" y="13732890"/>
                  </a:lnTo>
                  <a:lnTo>
                    <a:pt x="0" y="13732890"/>
                  </a:lnTo>
                  <a:lnTo>
                    <a:pt x="4091051" y="0"/>
                  </a:lnTo>
                  <a:close/>
                </a:path>
              </a:pathLst>
            </a:custGeom>
            <a:solidFill>
              <a:srgbClr val="5FCBEF">
                <a:alpha val="12941"/>
              </a:srgbClr>
            </a:solidFill>
          </p:spPr>
        </p:sp>
      </p:grpSp>
      <p:grpSp>
        <p:nvGrpSpPr>
          <p:cNvPr name="Group 6" id="6"/>
          <p:cNvGrpSpPr/>
          <p:nvPr/>
        </p:nvGrpSpPr>
        <p:grpSpPr>
          <a:xfrm rot="0">
            <a:off x="14405162" y="-12697"/>
            <a:ext cx="3882838" cy="10299697"/>
            <a:chOff x="0" y="0"/>
            <a:chExt cx="5177117" cy="13732929"/>
          </a:xfrm>
        </p:grpSpPr>
        <p:sp>
          <p:nvSpPr>
            <p:cNvPr name="Freeform 7" id="7"/>
            <p:cNvSpPr/>
            <p:nvPr/>
          </p:nvSpPr>
          <p:spPr>
            <a:xfrm flipH="false" flipV="false" rot="0">
              <a:off x="0" y="0"/>
              <a:ext cx="5177155" cy="13732890"/>
            </a:xfrm>
            <a:custGeom>
              <a:avLst/>
              <a:gdLst/>
              <a:ahLst/>
              <a:cxnLst/>
              <a:rect r="r" b="b" t="t" l="l"/>
              <a:pathLst>
                <a:path h="13732890" w="5177155">
                  <a:moveTo>
                    <a:pt x="0" y="0"/>
                  </a:moveTo>
                  <a:lnTo>
                    <a:pt x="5177155" y="0"/>
                  </a:lnTo>
                  <a:lnTo>
                    <a:pt x="5177155" y="13732890"/>
                  </a:lnTo>
                  <a:lnTo>
                    <a:pt x="2418969" y="13732890"/>
                  </a:lnTo>
                  <a:lnTo>
                    <a:pt x="0" y="0"/>
                  </a:lnTo>
                  <a:close/>
                </a:path>
              </a:pathLst>
            </a:custGeom>
            <a:solidFill>
              <a:srgbClr val="5FCBEF">
                <a:alpha val="3922"/>
              </a:srgbClr>
            </a:solidFill>
          </p:spPr>
        </p:sp>
      </p:grpSp>
      <p:grpSp>
        <p:nvGrpSpPr>
          <p:cNvPr name="Group 8" id="8"/>
          <p:cNvGrpSpPr/>
          <p:nvPr/>
        </p:nvGrpSpPr>
        <p:grpSpPr>
          <a:xfrm rot="0">
            <a:off x="13398503" y="4572000"/>
            <a:ext cx="4889497" cy="5715000"/>
            <a:chOff x="0" y="0"/>
            <a:chExt cx="6519329" cy="7620000"/>
          </a:xfrm>
        </p:grpSpPr>
        <p:sp>
          <p:nvSpPr>
            <p:cNvPr name="Freeform 9" id="9"/>
            <p:cNvSpPr/>
            <p:nvPr/>
          </p:nvSpPr>
          <p:spPr>
            <a:xfrm flipH="false" flipV="false" rot="0">
              <a:off x="0" y="0"/>
              <a:ext cx="6519291" cy="7620000"/>
            </a:xfrm>
            <a:custGeom>
              <a:avLst/>
              <a:gdLst/>
              <a:ahLst/>
              <a:cxnLst/>
              <a:rect r="r" b="b" t="t" l="l"/>
              <a:pathLst>
                <a:path h="7620000" w="6519291">
                  <a:moveTo>
                    <a:pt x="0" y="7620000"/>
                  </a:moveTo>
                  <a:lnTo>
                    <a:pt x="6519291" y="0"/>
                  </a:lnTo>
                  <a:lnTo>
                    <a:pt x="6519291" y="7620000"/>
                  </a:lnTo>
                  <a:close/>
                </a:path>
              </a:pathLst>
            </a:custGeom>
            <a:solidFill>
              <a:srgbClr val="17B0E4">
                <a:alpha val="43529"/>
              </a:srgbClr>
            </a:solidFill>
          </p:spPr>
        </p:sp>
      </p:grpSp>
      <p:grpSp>
        <p:nvGrpSpPr>
          <p:cNvPr name="Group 10" id="10"/>
          <p:cNvGrpSpPr/>
          <p:nvPr/>
        </p:nvGrpSpPr>
        <p:grpSpPr>
          <a:xfrm rot="0">
            <a:off x="14001750" y="-12697"/>
            <a:ext cx="4281488" cy="10299697"/>
            <a:chOff x="0" y="0"/>
            <a:chExt cx="5708650" cy="13732929"/>
          </a:xfrm>
        </p:grpSpPr>
        <p:sp>
          <p:nvSpPr>
            <p:cNvPr name="Freeform 11" id="11"/>
            <p:cNvSpPr/>
            <p:nvPr/>
          </p:nvSpPr>
          <p:spPr>
            <a:xfrm flipH="false" flipV="false" rot="0">
              <a:off x="0" y="0"/>
              <a:ext cx="5708650" cy="13732890"/>
            </a:xfrm>
            <a:custGeom>
              <a:avLst/>
              <a:gdLst/>
              <a:ahLst/>
              <a:cxnLst/>
              <a:rect r="r" b="b" t="t" l="l"/>
              <a:pathLst>
                <a:path h="13732890" w="5708650">
                  <a:moveTo>
                    <a:pt x="0" y="0"/>
                  </a:moveTo>
                  <a:lnTo>
                    <a:pt x="5708650" y="0"/>
                  </a:lnTo>
                  <a:lnTo>
                    <a:pt x="5708650" y="13732890"/>
                  </a:lnTo>
                  <a:lnTo>
                    <a:pt x="4941443" y="13732890"/>
                  </a:lnTo>
                  <a:lnTo>
                    <a:pt x="0" y="0"/>
                  </a:lnTo>
                  <a:close/>
                </a:path>
              </a:pathLst>
            </a:custGeom>
            <a:solidFill>
              <a:srgbClr val="17B0E4">
                <a:alpha val="24706"/>
              </a:srgbClr>
            </a:solidFill>
          </p:spPr>
        </p:sp>
      </p:grpSp>
      <p:grpSp>
        <p:nvGrpSpPr>
          <p:cNvPr name="Group 12" id="12"/>
          <p:cNvGrpSpPr/>
          <p:nvPr/>
        </p:nvGrpSpPr>
        <p:grpSpPr>
          <a:xfrm rot="0">
            <a:off x="16348091" y="-12697"/>
            <a:ext cx="1935137" cy="10299697"/>
            <a:chOff x="0" y="0"/>
            <a:chExt cx="2580183" cy="13732929"/>
          </a:xfrm>
        </p:grpSpPr>
        <p:sp>
          <p:nvSpPr>
            <p:cNvPr name="Freeform 13" id="13"/>
            <p:cNvSpPr/>
            <p:nvPr/>
          </p:nvSpPr>
          <p:spPr>
            <a:xfrm flipH="false" flipV="false" rot="0">
              <a:off x="0" y="0"/>
              <a:ext cx="2580259" cy="13732890"/>
            </a:xfrm>
            <a:custGeom>
              <a:avLst/>
              <a:gdLst/>
              <a:ahLst/>
              <a:cxnLst/>
              <a:rect r="r" b="b" t="t" l="l"/>
              <a:pathLst>
                <a:path h="13732890" w="2580259">
                  <a:moveTo>
                    <a:pt x="2039493" y="0"/>
                  </a:moveTo>
                  <a:lnTo>
                    <a:pt x="2580259" y="0"/>
                  </a:lnTo>
                  <a:lnTo>
                    <a:pt x="2580259" y="13732890"/>
                  </a:lnTo>
                  <a:lnTo>
                    <a:pt x="0" y="13732890"/>
                  </a:lnTo>
                  <a:lnTo>
                    <a:pt x="2039493" y="0"/>
                  </a:lnTo>
                  <a:close/>
                </a:path>
              </a:pathLst>
            </a:custGeom>
            <a:solidFill>
              <a:srgbClr val="2E83C3">
                <a:alpha val="48627"/>
              </a:srgbClr>
            </a:solidFill>
          </p:spPr>
        </p:sp>
      </p:grpSp>
      <p:grpSp>
        <p:nvGrpSpPr>
          <p:cNvPr name="Group 14" id="14"/>
          <p:cNvGrpSpPr/>
          <p:nvPr/>
        </p:nvGrpSpPr>
        <p:grpSpPr>
          <a:xfrm rot="0">
            <a:off x="16408498" y="-12697"/>
            <a:ext cx="1874739" cy="10299697"/>
            <a:chOff x="0" y="0"/>
            <a:chExt cx="2499652" cy="13732929"/>
          </a:xfrm>
        </p:grpSpPr>
        <p:sp>
          <p:nvSpPr>
            <p:cNvPr name="Freeform 15" id="15"/>
            <p:cNvSpPr/>
            <p:nvPr/>
          </p:nvSpPr>
          <p:spPr>
            <a:xfrm flipH="false" flipV="false" rot="0">
              <a:off x="0" y="0"/>
              <a:ext cx="2499614" cy="13732890"/>
            </a:xfrm>
            <a:custGeom>
              <a:avLst/>
              <a:gdLst/>
              <a:ahLst/>
              <a:cxnLst/>
              <a:rect r="r" b="b" t="t" l="l"/>
              <a:pathLst>
                <a:path h="13732890" w="2499614">
                  <a:moveTo>
                    <a:pt x="0" y="0"/>
                  </a:moveTo>
                  <a:lnTo>
                    <a:pt x="2499614" y="0"/>
                  </a:lnTo>
                  <a:lnTo>
                    <a:pt x="2499614" y="13732890"/>
                  </a:lnTo>
                  <a:lnTo>
                    <a:pt x="2218817" y="13732890"/>
                  </a:lnTo>
                  <a:lnTo>
                    <a:pt x="0" y="0"/>
                  </a:lnTo>
                  <a:close/>
                </a:path>
              </a:pathLst>
            </a:custGeom>
            <a:solidFill>
              <a:srgbClr val="236292">
                <a:alpha val="63922"/>
              </a:srgbClr>
            </a:solidFill>
          </p:spPr>
        </p:sp>
      </p:grpSp>
      <p:grpSp>
        <p:nvGrpSpPr>
          <p:cNvPr name="Group 16" id="16"/>
          <p:cNvGrpSpPr/>
          <p:nvPr/>
        </p:nvGrpSpPr>
        <p:grpSpPr>
          <a:xfrm rot="0">
            <a:off x="15557497" y="5384797"/>
            <a:ext cx="2725741" cy="4902203"/>
            <a:chOff x="0" y="0"/>
            <a:chExt cx="3634321" cy="6536271"/>
          </a:xfrm>
        </p:grpSpPr>
        <p:sp>
          <p:nvSpPr>
            <p:cNvPr name="Freeform 17" id="17"/>
            <p:cNvSpPr/>
            <p:nvPr/>
          </p:nvSpPr>
          <p:spPr>
            <a:xfrm flipH="false" flipV="false" rot="0">
              <a:off x="0" y="0"/>
              <a:ext cx="3634359" cy="6536309"/>
            </a:xfrm>
            <a:custGeom>
              <a:avLst/>
              <a:gdLst/>
              <a:ahLst/>
              <a:cxnLst/>
              <a:rect r="r" b="b" t="t" l="l"/>
              <a:pathLst>
                <a:path h="6536309" w="3634359">
                  <a:moveTo>
                    <a:pt x="0" y="6536309"/>
                  </a:moveTo>
                  <a:lnTo>
                    <a:pt x="3634359" y="0"/>
                  </a:lnTo>
                  <a:lnTo>
                    <a:pt x="3634359" y="6536309"/>
                  </a:lnTo>
                  <a:close/>
                </a:path>
              </a:pathLst>
            </a:custGeom>
            <a:solidFill>
              <a:srgbClr val="17B0E4">
                <a:alpha val="43529"/>
              </a:srgbClr>
            </a:solidFill>
          </p:spPr>
        </p:sp>
      </p:grpSp>
      <p:grpSp>
        <p:nvGrpSpPr>
          <p:cNvPr name="Group 18" id="18"/>
          <p:cNvGrpSpPr/>
          <p:nvPr/>
        </p:nvGrpSpPr>
        <p:grpSpPr>
          <a:xfrm rot="0">
            <a:off x="0" y="6019800"/>
            <a:ext cx="673103" cy="4267200"/>
            <a:chOff x="0" y="0"/>
            <a:chExt cx="897471" cy="5689600"/>
          </a:xfrm>
        </p:grpSpPr>
        <p:sp>
          <p:nvSpPr>
            <p:cNvPr name="Freeform 19" id="19"/>
            <p:cNvSpPr/>
            <p:nvPr/>
          </p:nvSpPr>
          <p:spPr>
            <a:xfrm flipH="false" flipV="false" rot="0">
              <a:off x="0" y="0"/>
              <a:ext cx="897509" cy="5689600"/>
            </a:xfrm>
            <a:custGeom>
              <a:avLst/>
              <a:gdLst/>
              <a:ahLst/>
              <a:cxnLst/>
              <a:rect r="r" b="b" t="t" l="l"/>
              <a:pathLst>
                <a:path h="5689600" w="897509">
                  <a:moveTo>
                    <a:pt x="0" y="5689600"/>
                  </a:moveTo>
                  <a:lnTo>
                    <a:pt x="0" y="0"/>
                  </a:lnTo>
                  <a:lnTo>
                    <a:pt x="897509" y="5689600"/>
                  </a:lnTo>
                  <a:close/>
                </a:path>
              </a:pathLst>
            </a:custGeom>
            <a:solidFill>
              <a:srgbClr val="5FCBEF">
                <a:alpha val="48627"/>
              </a:srgbClr>
            </a:solidFill>
          </p:spPr>
        </p:sp>
      </p:grpSp>
      <p:grpSp>
        <p:nvGrpSpPr>
          <p:cNvPr name="Group 20" id="20"/>
          <p:cNvGrpSpPr/>
          <p:nvPr/>
        </p:nvGrpSpPr>
        <p:grpSpPr>
          <a:xfrm rot="0">
            <a:off x="990590" y="9568358"/>
            <a:ext cx="4114800" cy="547688"/>
            <a:chOff x="0" y="0"/>
            <a:chExt cx="5486400" cy="730250"/>
          </a:xfrm>
        </p:grpSpPr>
        <p:sp>
          <p:nvSpPr>
            <p:cNvPr name="Freeform 21" id="21"/>
            <p:cNvSpPr/>
            <p:nvPr/>
          </p:nvSpPr>
          <p:spPr>
            <a:xfrm flipH="false" flipV="false" rot="0">
              <a:off x="0" y="0"/>
              <a:ext cx="5486400" cy="730250"/>
            </a:xfrm>
            <a:custGeom>
              <a:avLst/>
              <a:gdLst/>
              <a:ahLst/>
              <a:cxnLst/>
              <a:rect r="r" b="b" t="t" l="l"/>
              <a:pathLst>
                <a:path h="730250" w="5486400">
                  <a:moveTo>
                    <a:pt x="0" y="0"/>
                  </a:moveTo>
                  <a:lnTo>
                    <a:pt x="5486400" y="0"/>
                  </a:lnTo>
                  <a:lnTo>
                    <a:pt x="5486400" y="730250"/>
                  </a:lnTo>
                  <a:lnTo>
                    <a:pt x="0" y="730250"/>
                  </a:lnTo>
                  <a:close/>
                </a:path>
              </a:pathLst>
            </a:custGeom>
            <a:blipFill>
              <a:blip r:embed="rId2">
                <a:alphaModFix amt="0"/>
              </a:blip>
              <a:stretch>
                <a:fillRect l="0" t="-96391" r="0" b="-96391"/>
              </a:stretch>
            </a:blipFill>
          </p:spPr>
        </p:sp>
        <p:sp>
          <p:nvSpPr>
            <p:cNvPr name="TextBox 22" id="22"/>
            <p:cNvSpPr txBox="true"/>
            <p:nvPr/>
          </p:nvSpPr>
          <p:spPr>
            <a:xfrm>
              <a:off x="0" y="-9525"/>
              <a:ext cx="5486400" cy="739775"/>
            </a:xfrm>
            <a:prstGeom prst="rect">
              <a:avLst/>
            </a:prstGeom>
          </p:spPr>
          <p:txBody>
            <a:bodyPr anchor="ctr" rtlCol="false" tIns="0" lIns="0" bIns="0" rIns="0"/>
            <a:lstStyle/>
            <a:p>
              <a:pPr algn="l">
                <a:lnSpc>
                  <a:spcPts val="1980"/>
                </a:lnSpc>
              </a:pPr>
              <a:r>
                <a:rPr lang="en-US" sz="1650">
                  <a:solidFill>
                    <a:srgbClr val="2E83C3"/>
                  </a:solidFill>
                  <a:latin typeface="Trebuchet MS"/>
                  <a:ea typeface="Trebuchet MS"/>
                  <a:cs typeface="Trebuchet MS"/>
                  <a:sym typeface="Trebuchet MS"/>
                </a:rPr>
                <a:t>9/8/2026</a:t>
              </a:r>
            </a:p>
          </p:txBody>
        </p:sp>
      </p:grpSp>
      <p:grpSp>
        <p:nvGrpSpPr>
          <p:cNvPr name="Group 23" id="23"/>
          <p:cNvGrpSpPr/>
          <p:nvPr/>
        </p:nvGrpSpPr>
        <p:grpSpPr>
          <a:xfrm rot="0">
            <a:off x="2168290" y="9568358"/>
            <a:ext cx="6172200" cy="547688"/>
            <a:chOff x="0" y="0"/>
            <a:chExt cx="8229600" cy="730250"/>
          </a:xfrm>
        </p:grpSpPr>
        <p:sp>
          <p:nvSpPr>
            <p:cNvPr name="Freeform 24" id="24"/>
            <p:cNvSpPr/>
            <p:nvPr/>
          </p:nvSpPr>
          <p:spPr>
            <a:xfrm flipH="false" flipV="false" rot="0">
              <a:off x="0" y="0"/>
              <a:ext cx="8229600" cy="730250"/>
            </a:xfrm>
            <a:custGeom>
              <a:avLst/>
              <a:gdLst/>
              <a:ahLst/>
              <a:cxnLst/>
              <a:rect r="r" b="b" t="t" l="l"/>
              <a:pathLst>
                <a:path h="730250" w="8229600">
                  <a:moveTo>
                    <a:pt x="0" y="0"/>
                  </a:moveTo>
                  <a:lnTo>
                    <a:pt x="8229600" y="0"/>
                  </a:lnTo>
                  <a:lnTo>
                    <a:pt x="8229600" y="730250"/>
                  </a:lnTo>
                  <a:lnTo>
                    <a:pt x="0" y="730250"/>
                  </a:lnTo>
                  <a:close/>
                </a:path>
              </a:pathLst>
            </a:custGeom>
            <a:blipFill>
              <a:blip r:embed="rId2">
                <a:alphaModFix amt="0"/>
              </a:blip>
              <a:stretch>
                <a:fillRect l="0" t="-169587" r="0" b="-169587"/>
              </a:stretch>
            </a:blipFill>
          </p:spPr>
        </p:sp>
        <p:sp>
          <p:nvSpPr>
            <p:cNvPr name="TextBox 25" id="25"/>
            <p:cNvSpPr txBox="true"/>
            <p:nvPr/>
          </p:nvSpPr>
          <p:spPr>
            <a:xfrm>
              <a:off x="0" y="-9525"/>
              <a:ext cx="8229600" cy="739775"/>
            </a:xfrm>
            <a:prstGeom prst="rect">
              <a:avLst/>
            </a:prstGeom>
          </p:spPr>
          <p:txBody>
            <a:bodyPr anchor="ctr" rtlCol="false" tIns="0" lIns="0" bIns="0" rIns="0"/>
            <a:lstStyle/>
            <a:p>
              <a:pPr algn="l">
                <a:lnSpc>
                  <a:spcPts val="1980"/>
                </a:lnSpc>
              </a:pPr>
              <a:r>
                <a:rPr lang="en-US" sz="1650" b="true">
                  <a:solidFill>
                    <a:srgbClr val="2E83C3"/>
                  </a:solidFill>
                  <a:latin typeface="Trebuchet MS Bold"/>
                  <a:ea typeface="Trebuchet MS Bold"/>
                  <a:cs typeface="Trebuchet MS Bold"/>
                  <a:sym typeface="Trebuchet MS Bold"/>
                </a:rPr>
                <a:t>Annual Review</a:t>
              </a:r>
            </a:p>
          </p:txBody>
        </p:sp>
      </p:grpSp>
      <p:grpSp>
        <p:nvGrpSpPr>
          <p:cNvPr name="Group 26" id="26"/>
          <p:cNvGrpSpPr/>
          <p:nvPr/>
        </p:nvGrpSpPr>
        <p:grpSpPr>
          <a:xfrm rot="0">
            <a:off x="13208003" y="9568358"/>
            <a:ext cx="4114800" cy="547688"/>
            <a:chOff x="0" y="0"/>
            <a:chExt cx="5486400" cy="730250"/>
          </a:xfrm>
        </p:grpSpPr>
        <p:sp>
          <p:nvSpPr>
            <p:cNvPr name="Freeform 27" id="27"/>
            <p:cNvSpPr/>
            <p:nvPr/>
          </p:nvSpPr>
          <p:spPr>
            <a:xfrm flipH="false" flipV="false" rot="0">
              <a:off x="0" y="0"/>
              <a:ext cx="5486400" cy="730250"/>
            </a:xfrm>
            <a:custGeom>
              <a:avLst/>
              <a:gdLst/>
              <a:ahLst/>
              <a:cxnLst/>
              <a:rect r="r" b="b" t="t" l="l"/>
              <a:pathLst>
                <a:path h="730250" w="5486400">
                  <a:moveTo>
                    <a:pt x="0" y="0"/>
                  </a:moveTo>
                  <a:lnTo>
                    <a:pt x="5486400" y="0"/>
                  </a:lnTo>
                  <a:lnTo>
                    <a:pt x="5486400" y="730250"/>
                  </a:lnTo>
                  <a:lnTo>
                    <a:pt x="0" y="730250"/>
                  </a:lnTo>
                  <a:close/>
                </a:path>
              </a:pathLst>
            </a:custGeom>
            <a:blipFill>
              <a:blip r:embed="rId2">
                <a:alphaModFix amt="0"/>
              </a:blip>
              <a:stretch>
                <a:fillRect l="0" t="-96391" r="0" b="-96391"/>
              </a:stretch>
            </a:blipFill>
          </p:spPr>
        </p:sp>
        <p:sp>
          <p:nvSpPr>
            <p:cNvPr name="TextBox 28" id="28"/>
            <p:cNvSpPr txBox="true"/>
            <p:nvPr/>
          </p:nvSpPr>
          <p:spPr>
            <a:xfrm>
              <a:off x="0" y="-9525"/>
              <a:ext cx="5486400" cy="739775"/>
            </a:xfrm>
            <a:prstGeom prst="rect">
              <a:avLst/>
            </a:prstGeom>
          </p:spPr>
          <p:txBody>
            <a:bodyPr anchor="ctr" rtlCol="false" tIns="0" lIns="0" bIns="0" rIns="0"/>
            <a:lstStyle/>
            <a:p>
              <a:pPr algn="r">
                <a:lnSpc>
                  <a:spcPts val="1980"/>
                </a:lnSpc>
              </a:pPr>
              <a:r>
                <a:rPr lang="en-US" sz="1650">
                  <a:solidFill>
                    <a:srgbClr val="2E946B"/>
                  </a:solidFill>
                  <a:latin typeface="Trebuchet MS"/>
                  <a:ea typeface="Trebuchet MS"/>
                  <a:cs typeface="Trebuchet MS"/>
                  <a:sym typeface="Trebuchet MS"/>
                </a:rPr>
                <a:t>‹#›</a:t>
              </a:r>
            </a:p>
          </p:txBody>
        </p:sp>
      </p:grpSp>
      <p:grpSp>
        <p:nvGrpSpPr>
          <p:cNvPr name="Group 29" id="29"/>
          <p:cNvGrpSpPr/>
          <p:nvPr/>
        </p:nvGrpSpPr>
        <p:grpSpPr>
          <a:xfrm rot="0">
            <a:off x="14031687" y="8045977"/>
            <a:ext cx="685800" cy="685800"/>
            <a:chOff x="0" y="0"/>
            <a:chExt cx="914400" cy="914400"/>
          </a:xfrm>
        </p:grpSpPr>
        <p:sp>
          <p:nvSpPr>
            <p:cNvPr name="Freeform 30" id="30"/>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solidFill>
              <a:srgbClr val="42B051"/>
            </a:solidFill>
          </p:spPr>
        </p:sp>
      </p:grpSp>
      <p:grpSp>
        <p:nvGrpSpPr>
          <p:cNvPr name="Group 31" id="31"/>
          <p:cNvGrpSpPr/>
          <p:nvPr/>
        </p:nvGrpSpPr>
        <p:grpSpPr>
          <a:xfrm rot="0">
            <a:off x="10039188" y="2549833"/>
            <a:ext cx="479622" cy="479622"/>
            <a:chOff x="0" y="0"/>
            <a:chExt cx="639496" cy="639496"/>
          </a:xfrm>
        </p:grpSpPr>
        <p:sp>
          <p:nvSpPr>
            <p:cNvPr name="Freeform 32" id="32"/>
            <p:cNvSpPr/>
            <p:nvPr/>
          </p:nvSpPr>
          <p:spPr>
            <a:xfrm flipH="false" flipV="false" rot="0">
              <a:off x="0" y="0"/>
              <a:ext cx="639445" cy="639445"/>
            </a:xfrm>
            <a:custGeom>
              <a:avLst/>
              <a:gdLst/>
              <a:ahLst/>
              <a:cxnLst/>
              <a:rect r="r" b="b" t="t" l="l"/>
              <a:pathLst>
                <a:path h="639445" w="639445">
                  <a:moveTo>
                    <a:pt x="0" y="0"/>
                  </a:moveTo>
                  <a:lnTo>
                    <a:pt x="639445" y="0"/>
                  </a:lnTo>
                  <a:lnTo>
                    <a:pt x="639445" y="639445"/>
                  </a:lnTo>
                  <a:lnTo>
                    <a:pt x="0" y="639445"/>
                  </a:lnTo>
                  <a:close/>
                </a:path>
              </a:pathLst>
            </a:custGeom>
            <a:solidFill>
              <a:srgbClr val="2E83C3"/>
            </a:solidFill>
          </p:spPr>
        </p:sp>
      </p:grpSp>
      <p:grpSp>
        <p:nvGrpSpPr>
          <p:cNvPr name="Group 33" id="33"/>
          <p:cNvGrpSpPr/>
          <p:nvPr/>
        </p:nvGrpSpPr>
        <p:grpSpPr>
          <a:xfrm rot="0">
            <a:off x="14031687" y="8846610"/>
            <a:ext cx="269967" cy="269967"/>
            <a:chOff x="0" y="0"/>
            <a:chExt cx="359956" cy="359956"/>
          </a:xfrm>
        </p:grpSpPr>
        <p:sp>
          <p:nvSpPr>
            <p:cNvPr name="Freeform 34" id="34"/>
            <p:cNvSpPr/>
            <p:nvPr/>
          </p:nvSpPr>
          <p:spPr>
            <a:xfrm flipH="false" flipV="false" rot="0">
              <a:off x="0" y="0"/>
              <a:ext cx="359918" cy="359918"/>
            </a:xfrm>
            <a:custGeom>
              <a:avLst/>
              <a:gdLst/>
              <a:ahLst/>
              <a:cxnLst/>
              <a:rect r="r" b="b" t="t" l="l"/>
              <a:pathLst>
                <a:path h="359918" w="359918">
                  <a:moveTo>
                    <a:pt x="0" y="0"/>
                  </a:moveTo>
                  <a:lnTo>
                    <a:pt x="359918" y="0"/>
                  </a:lnTo>
                  <a:lnTo>
                    <a:pt x="359918" y="359918"/>
                  </a:lnTo>
                  <a:lnTo>
                    <a:pt x="0" y="359918"/>
                  </a:lnTo>
                  <a:close/>
                </a:path>
              </a:pathLst>
            </a:custGeom>
            <a:solidFill>
              <a:srgbClr val="2E946B"/>
            </a:solidFill>
          </p:spPr>
        </p:sp>
      </p:grpSp>
      <p:grpSp>
        <p:nvGrpSpPr>
          <p:cNvPr name="Group 35" id="35"/>
          <p:cNvGrpSpPr/>
          <p:nvPr/>
        </p:nvGrpSpPr>
        <p:grpSpPr>
          <a:xfrm rot="0">
            <a:off x="1013936" y="9707880"/>
            <a:ext cx="3214688" cy="289560"/>
            <a:chOff x="0" y="0"/>
            <a:chExt cx="4286250" cy="386080"/>
          </a:xfrm>
        </p:grpSpPr>
        <p:sp>
          <p:nvSpPr>
            <p:cNvPr name="Freeform 36" id="36"/>
            <p:cNvSpPr/>
            <p:nvPr/>
          </p:nvSpPr>
          <p:spPr>
            <a:xfrm flipH="false" flipV="false" rot="0">
              <a:off x="0" y="0"/>
              <a:ext cx="4286250" cy="386080"/>
            </a:xfrm>
            <a:custGeom>
              <a:avLst/>
              <a:gdLst/>
              <a:ahLst/>
              <a:cxnLst/>
              <a:rect r="r" b="b" t="t" l="l"/>
              <a:pathLst>
                <a:path h="386080" w="4286250">
                  <a:moveTo>
                    <a:pt x="0" y="0"/>
                  </a:moveTo>
                  <a:lnTo>
                    <a:pt x="4286250" y="0"/>
                  </a:lnTo>
                  <a:lnTo>
                    <a:pt x="4286250" y="386080"/>
                  </a:lnTo>
                  <a:lnTo>
                    <a:pt x="0" y="386080"/>
                  </a:lnTo>
                  <a:lnTo>
                    <a:pt x="0" y="0"/>
                  </a:lnTo>
                  <a:close/>
                </a:path>
              </a:pathLst>
            </a:custGeom>
            <a:blipFill>
              <a:blip r:embed="rId3"/>
              <a:stretch>
                <a:fillRect l="0" t="-2518486" r="-135857" b="0"/>
              </a:stretch>
            </a:blipFill>
          </p:spPr>
        </p:sp>
      </p:grpSp>
      <p:sp>
        <p:nvSpPr>
          <p:cNvPr name="TextBox 37" id="37"/>
          <p:cNvSpPr txBox="true"/>
          <p:nvPr/>
        </p:nvSpPr>
        <p:spPr>
          <a:xfrm rot="0">
            <a:off x="1105376" y="592074"/>
            <a:ext cx="6920817" cy="1164584"/>
          </a:xfrm>
          <a:prstGeom prst="rect">
            <a:avLst/>
          </a:prstGeom>
        </p:spPr>
        <p:txBody>
          <a:bodyPr anchor="t" rtlCol="false" tIns="0" lIns="0" bIns="0" rIns="0">
            <a:spAutoFit/>
          </a:bodyPr>
          <a:lstStyle/>
          <a:p>
            <a:pPr algn="l">
              <a:lnSpc>
                <a:spcPts val="7200"/>
              </a:lnSpc>
            </a:pPr>
            <a:r>
              <a:rPr lang="en-US" sz="6000" b="true">
                <a:solidFill>
                  <a:srgbClr val="000000"/>
                </a:solidFill>
                <a:latin typeface="Trebuchet MS Bold"/>
                <a:ea typeface="Trebuchet MS Bold"/>
                <a:cs typeface="Trebuchet MS Bold"/>
                <a:sym typeface="Trebuchet MS Bold"/>
              </a:rPr>
              <a:t>GitHub Link</a:t>
            </a:r>
          </a:p>
        </p:txBody>
      </p:sp>
      <p:sp>
        <p:nvSpPr>
          <p:cNvPr name="TextBox 38" id="38"/>
          <p:cNvSpPr txBox="true"/>
          <p:nvPr/>
        </p:nvSpPr>
        <p:spPr>
          <a:xfrm rot="0">
            <a:off x="875214" y="3059049"/>
            <a:ext cx="8970454" cy="419100"/>
          </a:xfrm>
          <a:prstGeom prst="rect">
            <a:avLst/>
          </a:prstGeom>
        </p:spPr>
        <p:txBody>
          <a:bodyPr anchor="t" rtlCol="false" tIns="0" lIns="0" bIns="0" rIns="0">
            <a:spAutoFit/>
          </a:bodyPr>
          <a:lstStyle/>
          <a:p>
            <a:pPr algn="l">
              <a:lnSpc>
                <a:spcPts val="3240"/>
              </a:lnSpc>
            </a:pPr>
            <a:r>
              <a:rPr lang="en-US" sz="2700" u="sng">
                <a:solidFill>
                  <a:srgbClr val="3FCDE7"/>
                </a:solidFill>
                <a:latin typeface="Trebuchet MS"/>
                <a:ea typeface="Trebuchet MS"/>
                <a:cs typeface="Trebuchet MS"/>
                <a:sym typeface="Trebuchet MS"/>
                <a:hlinkClick r:id="rId4" tooltip="https://github.com/Mallikarjuna6126/Agriculture-"/>
              </a:rPr>
              <a:t>https://github.com/Mallikarjuna6126/Agriculture-</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4791360">
            <a:off x="9738484" y="5138738"/>
            <a:ext cx="10464870" cy="0"/>
          </a:xfrm>
          <a:prstGeom prst="line">
            <a:avLst/>
          </a:prstGeom>
          <a:ln cap="rnd" w="9525">
            <a:solidFill>
              <a:srgbClr val="5FCBEF"/>
            </a:solidFill>
            <a:prstDash val="solid"/>
            <a:headEnd type="none" len="sm" w="sm"/>
            <a:tailEnd type="none" len="sm" w="sm"/>
          </a:ln>
        </p:spPr>
      </p:sp>
      <p:sp>
        <p:nvSpPr>
          <p:cNvPr name="AutoShape 3" id="3"/>
          <p:cNvSpPr/>
          <p:nvPr/>
        </p:nvSpPr>
        <p:spPr>
          <a:xfrm rot="8776560">
            <a:off x="10406482" y="7899797"/>
            <a:ext cx="8608171" cy="0"/>
          </a:xfrm>
          <a:prstGeom prst="line">
            <a:avLst/>
          </a:prstGeom>
          <a:ln cap="rnd" w="9525">
            <a:solidFill>
              <a:srgbClr val="5FCBEF"/>
            </a:solidFill>
            <a:prstDash val="solid"/>
            <a:headEnd type="none" len="sm" w="sm"/>
            <a:tailEnd type="none" len="sm" w="sm"/>
          </a:ln>
        </p:spPr>
      </p:sp>
      <p:grpSp>
        <p:nvGrpSpPr>
          <p:cNvPr name="Group 4" id="4"/>
          <p:cNvGrpSpPr/>
          <p:nvPr/>
        </p:nvGrpSpPr>
        <p:grpSpPr>
          <a:xfrm rot="0">
            <a:off x="13772217" y="-12697"/>
            <a:ext cx="4511021" cy="10299697"/>
            <a:chOff x="0" y="0"/>
            <a:chExt cx="6014695" cy="13732929"/>
          </a:xfrm>
        </p:grpSpPr>
        <p:sp>
          <p:nvSpPr>
            <p:cNvPr name="Freeform 5" id="5"/>
            <p:cNvSpPr/>
            <p:nvPr/>
          </p:nvSpPr>
          <p:spPr>
            <a:xfrm flipH="false" flipV="false" rot="0">
              <a:off x="0" y="0"/>
              <a:ext cx="6014720" cy="13732890"/>
            </a:xfrm>
            <a:custGeom>
              <a:avLst/>
              <a:gdLst/>
              <a:ahLst/>
              <a:cxnLst/>
              <a:rect r="r" b="b" t="t" l="l"/>
              <a:pathLst>
                <a:path h="13732890" w="6014720">
                  <a:moveTo>
                    <a:pt x="4091051" y="0"/>
                  </a:moveTo>
                  <a:lnTo>
                    <a:pt x="6014720" y="0"/>
                  </a:lnTo>
                  <a:lnTo>
                    <a:pt x="6014720" y="13732890"/>
                  </a:lnTo>
                  <a:lnTo>
                    <a:pt x="0" y="13732890"/>
                  </a:lnTo>
                  <a:lnTo>
                    <a:pt x="4091051" y="0"/>
                  </a:lnTo>
                  <a:close/>
                </a:path>
              </a:pathLst>
            </a:custGeom>
            <a:solidFill>
              <a:srgbClr val="5FCBEF">
                <a:alpha val="12941"/>
              </a:srgbClr>
            </a:solidFill>
          </p:spPr>
        </p:sp>
      </p:grpSp>
      <p:grpSp>
        <p:nvGrpSpPr>
          <p:cNvPr name="Group 6" id="6"/>
          <p:cNvGrpSpPr/>
          <p:nvPr/>
        </p:nvGrpSpPr>
        <p:grpSpPr>
          <a:xfrm rot="0">
            <a:off x="14405162" y="-12697"/>
            <a:ext cx="3882838" cy="10299697"/>
            <a:chOff x="0" y="0"/>
            <a:chExt cx="5177117" cy="13732929"/>
          </a:xfrm>
        </p:grpSpPr>
        <p:sp>
          <p:nvSpPr>
            <p:cNvPr name="Freeform 7" id="7"/>
            <p:cNvSpPr/>
            <p:nvPr/>
          </p:nvSpPr>
          <p:spPr>
            <a:xfrm flipH="false" flipV="false" rot="0">
              <a:off x="0" y="0"/>
              <a:ext cx="5177155" cy="13732890"/>
            </a:xfrm>
            <a:custGeom>
              <a:avLst/>
              <a:gdLst/>
              <a:ahLst/>
              <a:cxnLst/>
              <a:rect r="r" b="b" t="t" l="l"/>
              <a:pathLst>
                <a:path h="13732890" w="5177155">
                  <a:moveTo>
                    <a:pt x="0" y="0"/>
                  </a:moveTo>
                  <a:lnTo>
                    <a:pt x="5177155" y="0"/>
                  </a:lnTo>
                  <a:lnTo>
                    <a:pt x="5177155" y="13732890"/>
                  </a:lnTo>
                  <a:lnTo>
                    <a:pt x="2418969" y="13732890"/>
                  </a:lnTo>
                  <a:lnTo>
                    <a:pt x="0" y="0"/>
                  </a:lnTo>
                  <a:close/>
                </a:path>
              </a:pathLst>
            </a:custGeom>
            <a:solidFill>
              <a:srgbClr val="5FCBEF">
                <a:alpha val="3922"/>
              </a:srgbClr>
            </a:solidFill>
          </p:spPr>
        </p:sp>
      </p:grpSp>
      <p:grpSp>
        <p:nvGrpSpPr>
          <p:cNvPr name="Group 8" id="8"/>
          <p:cNvGrpSpPr/>
          <p:nvPr/>
        </p:nvGrpSpPr>
        <p:grpSpPr>
          <a:xfrm rot="0">
            <a:off x="13398503" y="4572000"/>
            <a:ext cx="4889497" cy="5715000"/>
            <a:chOff x="0" y="0"/>
            <a:chExt cx="6519329" cy="7620000"/>
          </a:xfrm>
        </p:grpSpPr>
        <p:sp>
          <p:nvSpPr>
            <p:cNvPr name="Freeform 9" id="9"/>
            <p:cNvSpPr/>
            <p:nvPr/>
          </p:nvSpPr>
          <p:spPr>
            <a:xfrm flipH="false" flipV="false" rot="0">
              <a:off x="0" y="0"/>
              <a:ext cx="6519291" cy="7620000"/>
            </a:xfrm>
            <a:custGeom>
              <a:avLst/>
              <a:gdLst/>
              <a:ahLst/>
              <a:cxnLst/>
              <a:rect r="r" b="b" t="t" l="l"/>
              <a:pathLst>
                <a:path h="7620000" w="6519291">
                  <a:moveTo>
                    <a:pt x="0" y="7620000"/>
                  </a:moveTo>
                  <a:lnTo>
                    <a:pt x="6519291" y="0"/>
                  </a:lnTo>
                  <a:lnTo>
                    <a:pt x="6519291" y="7620000"/>
                  </a:lnTo>
                  <a:close/>
                </a:path>
              </a:pathLst>
            </a:custGeom>
            <a:solidFill>
              <a:srgbClr val="17B0E4">
                <a:alpha val="43529"/>
              </a:srgbClr>
            </a:solidFill>
          </p:spPr>
        </p:sp>
      </p:grpSp>
      <p:grpSp>
        <p:nvGrpSpPr>
          <p:cNvPr name="Group 10" id="10"/>
          <p:cNvGrpSpPr/>
          <p:nvPr/>
        </p:nvGrpSpPr>
        <p:grpSpPr>
          <a:xfrm rot="0">
            <a:off x="14001750" y="-12697"/>
            <a:ext cx="4281488" cy="10299697"/>
            <a:chOff x="0" y="0"/>
            <a:chExt cx="5708650" cy="13732929"/>
          </a:xfrm>
        </p:grpSpPr>
        <p:sp>
          <p:nvSpPr>
            <p:cNvPr name="Freeform 11" id="11"/>
            <p:cNvSpPr/>
            <p:nvPr/>
          </p:nvSpPr>
          <p:spPr>
            <a:xfrm flipH="false" flipV="false" rot="0">
              <a:off x="0" y="0"/>
              <a:ext cx="5708650" cy="13732890"/>
            </a:xfrm>
            <a:custGeom>
              <a:avLst/>
              <a:gdLst/>
              <a:ahLst/>
              <a:cxnLst/>
              <a:rect r="r" b="b" t="t" l="l"/>
              <a:pathLst>
                <a:path h="13732890" w="5708650">
                  <a:moveTo>
                    <a:pt x="0" y="0"/>
                  </a:moveTo>
                  <a:lnTo>
                    <a:pt x="5708650" y="0"/>
                  </a:lnTo>
                  <a:lnTo>
                    <a:pt x="5708650" y="13732890"/>
                  </a:lnTo>
                  <a:lnTo>
                    <a:pt x="4941443" y="13732890"/>
                  </a:lnTo>
                  <a:lnTo>
                    <a:pt x="0" y="0"/>
                  </a:lnTo>
                  <a:close/>
                </a:path>
              </a:pathLst>
            </a:custGeom>
            <a:solidFill>
              <a:srgbClr val="17B0E4">
                <a:alpha val="24706"/>
              </a:srgbClr>
            </a:solidFill>
          </p:spPr>
        </p:sp>
      </p:grpSp>
      <p:grpSp>
        <p:nvGrpSpPr>
          <p:cNvPr name="Group 12" id="12"/>
          <p:cNvGrpSpPr/>
          <p:nvPr/>
        </p:nvGrpSpPr>
        <p:grpSpPr>
          <a:xfrm rot="0">
            <a:off x="16348091" y="-12697"/>
            <a:ext cx="1935137" cy="10299697"/>
            <a:chOff x="0" y="0"/>
            <a:chExt cx="2580183" cy="13732929"/>
          </a:xfrm>
        </p:grpSpPr>
        <p:sp>
          <p:nvSpPr>
            <p:cNvPr name="Freeform 13" id="13"/>
            <p:cNvSpPr/>
            <p:nvPr/>
          </p:nvSpPr>
          <p:spPr>
            <a:xfrm flipH="false" flipV="false" rot="0">
              <a:off x="0" y="0"/>
              <a:ext cx="2580259" cy="13732890"/>
            </a:xfrm>
            <a:custGeom>
              <a:avLst/>
              <a:gdLst/>
              <a:ahLst/>
              <a:cxnLst/>
              <a:rect r="r" b="b" t="t" l="l"/>
              <a:pathLst>
                <a:path h="13732890" w="2580259">
                  <a:moveTo>
                    <a:pt x="2039493" y="0"/>
                  </a:moveTo>
                  <a:lnTo>
                    <a:pt x="2580259" y="0"/>
                  </a:lnTo>
                  <a:lnTo>
                    <a:pt x="2580259" y="13732890"/>
                  </a:lnTo>
                  <a:lnTo>
                    <a:pt x="0" y="13732890"/>
                  </a:lnTo>
                  <a:lnTo>
                    <a:pt x="2039493" y="0"/>
                  </a:lnTo>
                  <a:close/>
                </a:path>
              </a:pathLst>
            </a:custGeom>
            <a:solidFill>
              <a:srgbClr val="2E83C3">
                <a:alpha val="48627"/>
              </a:srgbClr>
            </a:solidFill>
          </p:spPr>
        </p:sp>
      </p:grpSp>
      <p:grpSp>
        <p:nvGrpSpPr>
          <p:cNvPr name="Group 14" id="14"/>
          <p:cNvGrpSpPr/>
          <p:nvPr/>
        </p:nvGrpSpPr>
        <p:grpSpPr>
          <a:xfrm rot="0">
            <a:off x="16408498" y="-12697"/>
            <a:ext cx="1874739" cy="10299697"/>
            <a:chOff x="0" y="0"/>
            <a:chExt cx="2499652" cy="13732929"/>
          </a:xfrm>
        </p:grpSpPr>
        <p:sp>
          <p:nvSpPr>
            <p:cNvPr name="Freeform 15" id="15"/>
            <p:cNvSpPr/>
            <p:nvPr/>
          </p:nvSpPr>
          <p:spPr>
            <a:xfrm flipH="false" flipV="false" rot="0">
              <a:off x="0" y="0"/>
              <a:ext cx="2499614" cy="13732890"/>
            </a:xfrm>
            <a:custGeom>
              <a:avLst/>
              <a:gdLst/>
              <a:ahLst/>
              <a:cxnLst/>
              <a:rect r="r" b="b" t="t" l="l"/>
              <a:pathLst>
                <a:path h="13732890" w="2499614">
                  <a:moveTo>
                    <a:pt x="0" y="0"/>
                  </a:moveTo>
                  <a:lnTo>
                    <a:pt x="2499614" y="0"/>
                  </a:lnTo>
                  <a:lnTo>
                    <a:pt x="2499614" y="13732890"/>
                  </a:lnTo>
                  <a:lnTo>
                    <a:pt x="2218817" y="13732890"/>
                  </a:lnTo>
                  <a:lnTo>
                    <a:pt x="0" y="0"/>
                  </a:lnTo>
                  <a:close/>
                </a:path>
              </a:pathLst>
            </a:custGeom>
            <a:solidFill>
              <a:srgbClr val="236292">
                <a:alpha val="63922"/>
              </a:srgbClr>
            </a:solidFill>
          </p:spPr>
        </p:sp>
      </p:grpSp>
      <p:grpSp>
        <p:nvGrpSpPr>
          <p:cNvPr name="Group 16" id="16"/>
          <p:cNvGrpSpPr/>
          <p:nvPr/>
        </p:nvGrpSpPr>
        <p:grpSpPr>
          <a:xfrm rot="0">
            <a:off x="15557497" y="5384797"/>
            <a:ext cx="2725741" cy="4902203"/>
            <a:chOff x="0" y="0"/>
            <a:chExt cx="3634321" cy="6536271"/>
          </a:xfrm>
        </p:grpSpPr>
        <p:sp>
          <p:nvSpPr>
            <p:cNvPr name="Freeform 17" id="17"/>
            <p:cNvSpPr/>
            <p:nvPr/>
          </p:nvSpPr>
          <p:spPr>
            <a:xfrm flipH="false" flipV="false" rot="0">
              <a:off x="0" y="0"/>
              <a:ext cx="3634359" cy="6536309"/>
            </a:xfrm>
            <a:custGeom>
              <a:avLst/>
              <a:gdLst/>
              <a:ahLst/>
              <a:cxnLst/>
              <a:rect r="r" b="b" t="t" l="l"/>
              <a:pathLst>
                <a:path h="6536309" w="3634359">
                  <a:moveTo>
                    <a:pt x="0" y="6536309"/>
                  </a:moveTo>
                  <a:lnTo>
                    <a:pt x="3634359" y="0"/>
                  </a:lnTo>
                  <a:lnTo>
                    <a:pt x="3634359" y="6536309"/>
                  </a:lnTo>
                  <a:close/>
                </a:path>
              </a:pathLst>
            </a:custGeom>
            <a:solidFill>
              <a:srgbClr val="17B0E4">
                <a:alpha val="43529"/>
              </a:srgbClr>
            </a:solidFill>
          </p:spPr>
        </p:sp>
      </p:grpSp>
      <p:grpSp>
        <p:nvGrpSpPr>
          <p:cNvPr name="Group 18" id="18"/>
          <p:cNvGrpSpPr/>
          <p:nvPr/>
        </p:nvGrpSpPr>
        <p:grpSpPr>
          <a:xfrm rot="0">
            <a:off x="0" y="6019800"/>
            <a:ext cx="673103" cy="4267200"/>
            <a:chOff x="0" y="0"/>
            <a:chExt cx="897471" cy="5689600"/>
          </a:xfrm>
        </p:grpSpPr>
        <p:sp>
          <p:nvSpPr>
            <p:cNvPr name="Freeform 19" id="19"/>
            <p:cNvSpPr/>
            <p:nvPr/>
          </p:nvSpPr>
          <p:spPr>
            <a:xfrm flipH="false" flipV="false" rot="0">
              <a:off x="0" y="0"/>
              <a:ext cx="897509" cy="5689600"/>
            </a:xfrm>
            <a:custGeom>
              <a:avLst/>
              <a:gdLst/>
              <a:ahLst/>
              <a:cxnLst/>
              <a:rect r="r" b="b" t="t" l="l"/>
              <a:pathLst>
                <a:path h="5689600" w="897509">
                  <a:moveTo>
                    <a:pt x="0" y="5689600"/>
                  </a:moveTo>
                  <a:lnTo>
                    <a:pt x="0" y="0"/>
                  </a:lnTo>
                  <a:lnTo>
                    <a:pt x="897509" y="5689600"/>
                  </a:lnTo>
                  <a:close/>
                </a:path>
              </a:pathLst>
            </a:custGeom>
            <a:solidFill>
              <a:srgbClr val="5FCBEF">
                <a:alpha val="48627"/>
              </a:srgbClr>
            </a:solidFill>
          </p:spPr>
        </p:sp>
      </p:grpSp>
      <p:grpSp>
        <p:nvGrpSpPr>
          <p:cNvPr name="Group 20" id="20"/>
          <p:cNvGrpSpPr/>
          <p:nvPr/>
        </p:nvGrpSpPr>
        <p:grpSpPr>
          <a:xfrm rot="0">
            <a:off x="990590" y="9568358"/>
            <a:ext cx="4114800" cy="547688"/>
            <a:chOff x="0" y="0"/>
            <a:chExt cx="5486400" cy="730250"/>
          </a:xfrm>
        </p:grpSpPr>
        <p:sp>
          <p:nvSpPr>
            <p:cNvPr name="Freeform 21" id="21"/>
            <p:cNvSpPr/>
            <p:nvPr/>
          </p:nvSpPr>
          <p:spPr>
            <a:xfrm flipH="false" flipV="false" rot="0">
              <a:off x="0" y="0"/>
              <a:ext cx="5486400" cy="730250"/>
            </a:xfrm>
            <a:custGeom>
              <a:avLst/>
              <a:gdLst/>
              <a:ahLst/>
              <a:cxnLst/>
              <a:rect r="r" b="b" t="t" l="l"/>
              <a:pathLst>
                <a:path h="730250" w="5486400">
                  <a:moveTo>
                    <a:pt x="0" y="0"/>
                  </a:moveTo>
                  <a:lnTo>
                    <a:pt x="5486400" y="0"/>
                  </a:lnTo>
                  <a:lnTo>
                    <a:pt x="5486400" y="730250"/>
                  </a:lnTo>
                  <a:lnTo>
                    <a:pt x="0" y="730250"/>
                  </a:lnTo>
                  <a:close/>
                </a:path>
              </a:pathLst>
            </a:custGeom>
            <a:blipFill>
              <a:blip r:embed="rId2">
                <a:alphaModFix amt="0"/>
              </a:blip>
              <a:stretch>
                <a:fillRect l="0" t="-96391" r="0" b="-96391"/>
              </a:stretch>
            </a:blipFill>
          </p:spPr>
        </p:sp>
        <p:sp>
          <p:nvSpPr>
            <p:cNvPr name="TextBox 22" id="22"/>
            <p:cNvSpPr txBox="true"/>
            <p:nvPr/>
          </p:nvSpPr>
          <p:spPr>
            <a:xfrm>
              <a:off x="0" y="-9525"/>
              <a:ext cx="5486400" cy="739775"/>
            </a:xfrm>
            <a:prstGeom prst="rect">
              <a:avLst/>
            </a:prstGeom>
          </p:spPr>
          <p:txBody>
            <a:bodyPr anchor="ctr" rtlCol="false" tIns="0" lIns="0" bIns="0" rIns="0"/>
            <a:lstStyle/>
            <a:p>
              <a:pPr algn="l">
                <a:lnSpc>
                  <a:spcPts val="1980"/>
                </a:lnSpc>
              </a:pPr>
              <a:r>
                <a:rPr lang="en-US" sz="1650">
                  <a:solidFill>
                    <a:srgbClr val="2E83C3"/>
                  </a:solidFill>
                  <a:latin typeface="Trebuchet MS"/>
                  <a:ea typeface="Trebuchet MS"/>
                  <a:cs typeface="Trebuchet MS"/>
                  <a:sym typeface="Trebuchet MS"/>
                </a:rPr>
                <a:t>9/8/2026</a:t>
              </a:r>
            </a:p>
          </p:txBody>
        </p:sp>
      </p:grpSp>
      <p:grpSp>
        <p:nvGrpSpPr>
          <p:cNvPr name="Group 23" id="23"/>
          <p:cNvGrpSpPr/>
          <p:nvPr/>
        </p:nvGrpSpPr>
        <p:grpSpPr>
          <a:xfrm rot="0">
            <a:off x="2168290" y="9568358"/>
            <a:ext cx="6172200" cy="547688"/>
            <a:chOff x="0" y="0"/>
            <a:chExt cx="8229600" cy="730250"/>
          </a:xfrm>
        </p:grpSpPr>
        <p:sp>
          <p:nvSpPr>
            <p:cNvPr name="Freeform 24" id="24"/>
            <p:cNvSpPr/>
            <p:nvPr/>
          </p:nvSpPr>
          <p:spPr>
            <a:xfrm flipH="false" flipV="false" rot="0">
              <a:off x="0" y="0"/>
              <a:ext cx="8229600" cy="730250"/>
            </a:xfrm>
            <a:custGeom>
              <a:avLst/>
              <a:gdLst/>
              <a:ahLst/>
              <a:cxnLst/>
              <a:rect r="r" b="b" t="t" l="l"/>
              <a:pathLst>
                <a:path h="730250" w="8229600">
                  <a:moveTo>
                    <a:pt x="0" y="0"/>
                  </a:moveTo>
                  <a:lnTo>
                    <a:pt x="8229600" y="0"/>
                  </a:lnTo>
                  <a:lnTo>
                    <a:pt x="8229600" y="730250"/>
                  </a:lnTo>
                  <a:lnTo>
                    <a:pt x="0" y="730250"/>
                  </a:lnTo>
                  <a:close/>
                </a:path>
              </a:pathLst>
            </a:custGeom>
            <a:blipFill>
              <a:blip r:embed="rId2">
                <a:alphaModFix amt="0"/>
              </a:blip>
              <a:stretch>
                <a:fillRect l="0" t="-169587" r="0" b="-169587"/>
              </a:stretch>
            </a:blipFill>
          </p:spPr>
        </p:sp>
        <p:sp>
          <p:nvSpPr>
            <p:cNvPr name="TextBox 25" id="25"/>
            <p:cNvSpPr txBox="true"/>
            <p:nvPr/>
          </p:nvSpPr>
          <p:spPr>
            <a:xfrm>
              <a:off x="0" y="-9525"/>
              <a:ext cx="8229600" cy="739775"/>
            </a:xfrm>
            <a:prstGeom prst="rect">
              <a:avLst/>
            </a:prstGeom>
          </p:spPr>
          <p:txBody>
            <a:bodyPr anchor="ctr" rtlCol="false" tIns="0" lIns="0" bIns="0" rIns="0"/>
            <a:lstStyle/>
            <a:p>
              <a:pPr algn="l">
                <a:lnSpc>
                  <a:spcPts val="1980"/>
                </a:lnSpc>
              </a:pPr>
              <a:r>
                <a:rPr lang="en-US" sz="1650" b="true">
                  <a:solidFill>
                    <a:srgbClr val="2E83C3"/>
                  </a:solidFill>
                  <a:latin typeface="Trebuchet MS Bold"/>
                  <a:ea typeface="Trebuchet MS Bold"/>
                  <a:cs typeface="Trebuchet MS Bold"/>
                  <a:sym typeface="Trebuchet MS Bold"/>
                </a:rPr>
                <a:t>Annual Review</a:t>
              </a:r>
            </a:p>
          </p:txBody>
        </p:sp>
      </p:grpSp>
      <p:grpSp>
        <p:nvGrpSpPr>
          <p:cNvPr name="Group 26" id="26"/>
          <p:cNvGrpSpPr/>
          <p:nvPr/>
        </p:nvGrpSpPr>
        <p:grpSpPr>
          <a:xfrm rot="0">
            <a:off x="13208003" y="9568358"/>
            <a:ext cx="4114800" cy="547688"/>
            <a:chOff x="0" y="0"/>
            <a:chExt cx="5486400" cy="730250"/>
          </a:xfrm>
        </p:grpSpPr>
        <p:sp>
          <p:nvSpPr>
            <p:cNvPr name="Freeform 27" id="27"/>
            <p:cNvSpPr/>
            <p:nvPr/>
          </p:nvSpPr>
          <p:spPr>
            <a:xfrm flipH="false" flipV="false" rot="0">
              <a:off x="0" y="0"/>
              <a:ext cx="5486400" cy="730250"/>
            </a:xfrm>
            <a:custGeom>
              <a:avLst/>
              <a:gdLst/>
              <a:ahLst/>
              <a:cxnLst/>
              <a:rect r="r" b="b" t="t" l="l"/>
              <a:pathLst>
                <a:path h="730250" w="5486400">
                  <a:moveTo>
                    <a:pt x="0" y="0"/>
                  </a:moveTo>
                  <a:lnTo>
                    <a:pt x="5486400" y="0"/>
                  </a:lnTo>
                  <a:lnTo>
                    <a:pt x="5486400" y="730250"/>
                  </a:lnTo>
                  <a:lnTo>
                    <a:pt x="0" y="730250"/>
                  </a:lnTo>
                  <a:close/>
                </a:path>
              </a:pathLst>
            </a:custGeom>
            <a:blipFill>
              <a:blip r:embed="rId2">
                <a:alphaModFix amt="0"/>
              </a:blip>
              <a:stretch>
                <a:fillRect l="0" t="-96391" r="0" b="-96391"/>
              </a:stretch>
            </a:blipFill>
          </p:spPr>
        </p:sp>
        <p:sp>
          <p:nvSpPr>
            <p:cNvPr name="TextBox 28" id="28"/>
            <p:cNvSpPr txBox="true"/>
            <p:nvPr/>
          </p:nvSpPr>
          <p:spPr>
            <a:xfrm>
              <a:off x="0" y="-9525"/>
              <a:ext cx="5486400" cy="739775"/>
            </a:xfrm>
            <a:prstGeom prst="rect">
              <a:avLst/>
            </a:prstGeom>
          </p:spPr>
          <p:txBody>
            <a:bodyPr anchor="ctr" rtlCol="false" tIns="0" lIns="0" bIns="0" rIns="0"/>
            <a:lstStyle/>
            <a:p>
              <a:pPr algn="r">
                <a:lnSpc>
                  <a:spcPts val="1980"/>
                </a:lnSpc>
              </a:pPr>
              <a:r>
                <a:rPr lang="en-US" sz="1650">
                  <a:solidFill>
                    <a:srgbClr val="2E946B"/>
                  </a:solidFill>
                  <a:latin typeface="Trebuchet MS"/>
                  <a:ea typeface="Trebuchet MS"/>
                  <a:cs typeface="Trebuchet MS"/>
                  <a:sym typeface="Trebuchet MS"/>
                </a:rPr>
                <a:t>‹#›</a:t>
              </a:r>
            </a:p>
          </p:txBody>
        </p:sp>
      </p:grpSp>
      <p:grpSp>
        <p:nvGrpSpPr>
          <p:cNvPr name="Group 29" id="29"/>
          <p:cNvGrpSpPr/>
          <p:nvPr/>
        </p:nvGrpSpPr>
        <p:grpSpPr>
          <a:xfrm rot="0">
            <a:off x="14031687" y="8045977"/>
            <a:ext cx="685800" cy="685800"/>
            <a:chOff x="0" y="0"/>
            <a:chExt cx="914400" cy="914400"/>
          </a:xfrm>
        </p:grpSpPr>
        <p:sp>
          <p:nvSpPr>
            <p:cNvPr name="Freeform 30" id="30"/>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solidFill>
              <a:srgbClr val="42B051"/>
            </a:solidFill>
          </p:spPr>
        </p:sp>
      </p:grpSp>
      <p:grpSp>
        <p:nvGrpSpPr>
          <p:cNvPr name="Group 31" id="31"/>
          <p:cNvGrpSpPr/>
          <p:nvPr/>
        </p:nvGrpSpPr>
        <p:grpSpPr>
          <a:xfrm rot="0">
            <a:off x="10039188" y="2549833"/>
            <a:ext cx="479622" cy="479622"/>
            <a:chOff x="0" y="0"/>
            <a:chExt cx="639496" cy="639496"/>
          </a:xfrm>
        </p:grpSpPr>
        <p:sp>
          <p:nvSpPr>
            <p:cNvPr name="Freeform 32" id="32"/>
            <p:cNvSpPr/>
            <p:nvPr/>
          </p:nvSpPr>
          <p:spPr>
            <a:xfrm flipH="false" flipV="false" rot="0">
              <a:off x="0" y="0"/>
              <a:ext cx="639445" cy="639445"/>
            </a:xfrm>
            <a:custGeom>
              <a:avLst/>
              <a:gdLst/>
              <a:ahLst/>
              <a:cxnLst/>
              <a:rect r="r" b="b" t="t" l="l"/>
              <a:pathLst>
                <a:path h="639445" w="639445">
                  <a:moveTo>
                    <a:pt x="0" y="0"/>
                  </a:moveTo>
                  <a:lnTo>
                    <a:pt x="639445" y="0"/>
                  </a:lnTo>
                  <a:lnTo>
                    <a:pt x="639445" y="639445"/>
                  </a:lnTo>
                  <a:lnTo>
                    <a:pt x="0" y="639445"/>
                  </a:lnTo>
                  <a:close/>
                </a:path>
              </a:pathLst>
            </a:custGeom>
            <a:solidFill>
              <a:srgbClr val="2E83C3"/>
            </a:solidFill>
          </p:spPr>
        </p:sp>
      </p:grpSp>
      <p:grpSp>
        <p:nvGrpSpPr>
          <p:cNvPr name="Group 33" id="33"/>
          <p:cNvGrpSpPr/>
          <p:nvPr/>
        </p:nvGrpSpPr>
        <p:grpSpPr>
          <a:xfrm rot="0">
            <a:off x="14031687" y="8846610"/>
            <a:ext cx="269967" cy="269967"/>
            <a:chOff x="0" y="0"/>
            <a:chExt cx="359956" cy="359956"/>
          </a:xfrm>
        </p:grpSpPr>
        <p:sp>
          <p:nvSpPr>
            <p:cNvPr name="Freeform 34" id="34"/>
            <p:cNvSpPr/>
            <p:nvPr/>
          </p:nvSpPr>
          <p:spPr>
            <a:xfrm flipH="false" flipV="false" rot="0">
              <a:off x="0" y="0"/>
              <a:ext cx="359918" cy="359918"/>
            </a:xfrm>
            <a:custGeom>
              <a:avLst/>
              <a:gdLst/>
              <a:ahLst/>
              <a:cxnLst/>
              <a:rect r="r" b="b" t="t" l="l"/>
              <a:pathLst>
                <a:path h="359918" w="359918">
                  <a:moveTo>
                    <a:pt x="0" y="0"/>
                  </a:moveTo>
                  <a:lnTo>
                    <a:pt x="359918" y="0"/>
                  </a:lnTo>
                  <a:lnTo>
                    <a:pt x="359918" y="359918"/>
                  </a:lnTo>
                  <a:lnTo>
                    <a:pt x="0" y="359918"/>
                  </a:lnTo>
                  <a:close/>
                </a:path>
              </a:pathLst>
            </a:custGeom>
            <a:solidFill>
              <a:srgbClr val="2E946B"/>
            </a:solidFill>
          </p:spPr>
        </p:sp>
      </p:grpSp>
      <p:grpSp>
        <p:nvGrpSpPr>
          <p:cNvPr name="Group 35" id="35"/>
          <p:cNvGrpSpPr/>
          <p:nvPr/>
        </p:nvGrpSpPr>
        <p:grpSpPr>
          <a:xfrm rot="0">
            <a:off x="1013936" y="9707880"/>
            <a:ext cx="3214688" cy="289560"/>
            <a:chOff x="0" y="0"/>
            <a:chExt cx="4286250" cy="386080"/>
          </a:xfrm>
        </p:grpSpPr>
        <p:sp>
          <p:nvSpPr>
            <p:cNvPr name="Freeform 36" id="36"/>
            <p:cNvSpPr/>
            <p:nvPr/>
          </p:nvSpPr>
          <p:spPr>
            <a:xfrm flipH="false" flipV="false" rot="0">
              <a:off x="0" y="0"/>
              <a:ext cx="4286250" cy="386080"/>
            </a:xfrm>
            <a:custGeom>
              <a:avLst/>
              <a:gdLst/>
              <a:ahLst/>
              <a:cxnLst/>
              <a:rect r="r" b="b" t="t" l="l"/>
              <a:pathLst>
                <a:path h="386080" w="4286250">
                  <a:moveTo>
                    <a:pt x="0" y="0"/>
                  </a:moveTo>
                  <a:lnTo>
                    <a:pt x="4286250" y="0"/>
                  </a:lnTo>
                  <a:lnTo>
                    <a:pt x="4286250" y="386080"/>
                  </a:lnTo>
                  <a:lnTo>
                    <a:pt x="0" y="386080"/>
                  </a:lnTo>
                  <a:lnTo>
                    <a:pt x="0" y="0"/>
                  </a:lnTo>
                  <a:close/>
                </a:path>
              </a:pathLst>
            </a:custGeom>
            <a:blipFill>
              <a:blip r:embed="rId3"/>
              <a:stretch>
                <a:fillRect l="0" t="-2518486" r="-135857" b="0"/>
              </a:stretch>
            </a:blipFill>
          </p:spPr>
        </p:sp>
      </p:grpSp>
      <p:sp>
        <p:nvSpPr>
          <p:cNvPr name="TextBox 37" id="37"/>
          <p:cNvSpPr txBox="true"/>
          <p:nvPr/>
        </p:nvSpPr>
        <p:spPr>
          <a:xfrm rot="0">
            <a:off x="1105376" y="592074"/>
            <a:ext cx="12344200" cy="1245070"/>
          </a:xfrm>
          <a:prstGeom prst="rect">
            <a:avLst/>
          </a:prstGeom>
        </p:spPr>
        <p:txBody>
          <a:bodyPr anchor="t" rtlCol="false" tIns="0" lIns="0" bIns="0" rIns="0">
            <a:spAutoFit/>
          </a:bodyPr>
          <a:lstStyle/>
          <a:p>
            <a:pPr algn="l">
              <a:lnSpc>
                <a:spcPts val="5184"/>
              </a:lnSpc>
            </a:pPr>
            <a:r>
              <a:rPr lang="en-US" sz="4320" b="true">
                <a:solidFill>
                  <a:srgbClr val="000000"/>
                </a:solidFill>
                <a:latin typeface="Trebuchet MS Bold"/>
                <a:ea typeface="Trebuchet MS Bold"/>
                <a:cs typeface="Trebuchet MS Bold"/>
                <a:sym typeface="Trebuchet MS Bold"/>
              </a:rPr>
              <a:t>VOIS Course completion certificate - </a:t>
            </a:r>
          </a:p>
          <a:p>
            <a:pPr algn="l">
              <a:lnSpc>
                <a:spcPts val="5184"/>
              </a:lnSpc>
            </a:pPr>
            <a:r>
              <a:rPr lang="en-US" sz="4320" b="true">
                <a:solidFill>
                  <a:srgbClr val="000000"/>
                </a:solidFill>
                <a:latin typeface="Trebuchet MS Bold"/>
                <a:ea typeface="Trebuchet MS Bold"/>
                <a:cs typeface="Trebuchet MS Bold"/>
                <a:sym typeface="Trebuchet MS Bold"/>
              </a:rPr>
              <a:t>Course name- Data Visualization </a:t>
            </a:r>
          </a:p>
        </p:txBody>
      </p:sp>
      <p:grpSp>
        <p:nvGrpSpPr>
          <p:cNvPr name="Group 38" id="38"/>
          <p:cNvGrpSpPr/>
          <p:nvPr/>
        </p:nvGrpSpPr>
        <p:grpSpPr>
          <a:xfrm rot="0">
            <a:off x="2141372" y="2412616"/>
            <a:ext cx="9929136" cy="6950040"/>
            <a:chOff x="0" y="0"/>
            <a:chExt cx="13238848" cy="9266720"/>
          </a:xfrm>
        </p:grpSpPr>
        <p:sp>
          <p:nvSpPr>
            <p:cNvPr name="Freeform 39" id="39"/>
            <p:cNvSpPr/>
            <p:nvPr/>
          </p:nvSpPr>
          <p:spPr>
            <a:xfrm flipH="false" flipV="false" rot="0">
              <a:off x="0" y="0"/>
              <a:ext cx="13238862" cy="9266682"/>
            </a:xfrm>
            <a:custGeom>
              <a:avLst/>
              <a:gdLst/>
              <a:ahLst/>
              <a:cxnLst/>
              <a:rect r="r" b="b" t="t" l="l"/>
              <a:pathLst>
                <a:path h="9266682" w="13238862">
                  <a:moveTo>
                    <a:pt x="0" y="0"/>
                  </a:moveTo>
                  <a:lnTo>
                    <a:pt x="13238862" y="0"/>
                  </a:lnTo>
                  <a:lnTo>
                    <a:pt x="13238862" y="9266682"/>
                  </a:lnTo>
                  <a:lnTo>
                    <a:pt x="0" y="9266682"/>
                  </a:lnTo>
                  <a:lnTo>
                    <a:pt x="0" y="0"/>
                  </a:lnTo>
                  <a:close/>
                </a:path>
              </a:pathLst>
            </a:custGeom>
            <a:blipFill>
              <a:blip r:embed="rId2"/>
              <a:stretch>
                <a:fillRect l="-39807" t="0" r="-39807" b="0"/>
              </a:stretch>
            </a:blipFill>
          </p:spPr>
        </p:sp>
      </p:grpSp>
      <p:grpSp>
        <p:nvGrpSpPr>
          <p:cNvPr name="Group 40" id="40"/>
          <p:cNvGrpSpPr/>
          <p:nvPr/>
        </p:nvGrpSpPr>
        <p:grpSpPr>
          <a:xfrm rot="0">
            <a:off x="2068865" y="2378054"/>
            <a:ext cx="10300938" cy="7283492"/>
            <a:chOff x="0" y="0"/>
            <a:chExt cx="14256004" cy="10080003"/>
          </a:xfrm>
        </p:grpSpPr>
        <p:sp>
          <p:nvSpPr>
            <p:cNvPr name="Freeform 41" id="41"/>
            <p:cNvSpPr/>
            <p:nvPr/>
          </p:nvSpPr>
          <p:spPr>
            <a:xfrm flipH="false" flipV="false" rot="0">
              <a:off x="0" y="0"/>
              <a:ext cx="14256004" cy="10079990"/>
            </a:xfrm>
            <a:custGeom>
              <a:avLst/>
              <a:gdLst/>
              <a:ahLst/>
              <a:cxnLst/>
              <a:rect r="r" b="b" t="t" l="l"/>
              <a:pathLst>
                <a:path h="10079990" w="14256004">
                  <a:moveTo>
                    <a:pt x="0" y="0"/>
                  </a:moveTo>
                  <a:lnTo>
                    <a:pt x="14256004" y="0"/>
                  </a:lnTo>
                  <a:lnTo>
                    <a:pt x="14256004" y="10079990"/>
                  </a:lnTo>
                  <a:lnTo>
                    <a:pt x="0" y="10079990"/>
                  </a:lnTo>
                  <a:lnTo>
                    <a:pt x="0" y="0"/>
                  </a:lnTo>
                  <a:close/>
                </a:path>
              </a:pathLst>
            </a:custGeom>
            <a:blipFill>
              <a:blip r:embed="rId4"/>
              <a:stretch>
                <a:fillRect l="0" t="-271" r="0" b="-271"/>
              </a:stretch>
            </a:blipFill>
          </p:spPr>
        </p:sp>
      </p:gr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4791360">
            <a:off x="9738484" y="5138738"/>
            <a:ext cx="10464870" cy="0"/>
          </a:xfrm>
          <a:prstGeom prst="line">
            <a:avLst/>
          </a:prstGeom>
          <a:ln cap="rnd" w="9525">
            <a:solidFill>
              <a:srgbClr val="5FCBEF"/>
            </a:solidFill>
            <a:prstDash val="solid"/>
            <a:headEnd type="none" len="sm" w="sm"/>
            <a:tailEnd type="none" len="sm" w="sm"/>
          </a:ln>
        </p:spPr>
      </p:sp>
      <p:sp>
        <p:nvSpPr>
          <p:cNvPr name="AutoShape 3" id="3"/>
          <p:cNvSpPr/>
          <p:nvPr/>
        </p:nvSpPr>
        <p:spPr>
          <a:xfrm rot="8776560">
            <a:off x="10406482" y="7899797"/>
            <a:ext cx="8608171" cy="0"/>
          </a:xfrm>
          <a:prstGeom prst="line">
            <a:avLst/>
          </a:prstGeom>
          <a:ln cap="rnd" w="9525">
            <a:solidFill>
              <a:srgbClr val="5FCBEF"/>
            </a:solidFill>
            <a:prstDash val="solid"/>
            <a:headEnd type="none" len="sm" w="sm"/>
            <a:tailEnd type="none" len="sm" w="sm"/>
          </a:ln>
        </p:spPr>
      </p:sp>
      <p:grpSp>
        <p:nvGrpSpPr>
          <p:cNvPr name="Group 4" id="4"/>
          <p:cNvGrpSpPr/>
          <p:nvPr/>
        </p:nvGrpSpPr>
        <p:grpSpPr>
          <a:xfrm rot="0">
            <a:off x="13772217" y="-12697"/>
            <a:ext cx="4511021" cy="10299697"/>
            <a:chOff x="0" y="0"/>
            <a:chExt cx="6014695" cy="13732929"/>
          </a:xfrm>
        </p:grpSpPr>
        <p:sp>
          <p:nvSpPr>
            <p:cNvPr name="Freeform 5" id="5"/>
            <p:cNvSpPr/>
            <p:nvPr/>
          </p:nvSpPr>
          <p:spPr>
            <a:xfrm flipH="false" flipV="false" rot="0">
              <a:off x="0" y="0"/>
              <a:ext cx="6014720" cy="13732890"/>
            </a:xfrm>
            <a:custGeom>
              <a:avLst/>
              <a:gdLst/>
              <a:ahLst/>
              <a:cxnLst/>
              <a:rect r="r" b="b" t="t" l="l"/>
              <a:pathLst>
                <a:path h="13732890" w="6014720">
                  <a:moveTo>
                    <a:pt x="4091051" y="0"/>
                  </a:moveTo>
                  <a:lnTo>
                    <a:pt x="6014720" y="0"/>
                  </a:lnTo>
                  <a:lnTo>
                    <a:pt x="6014720" y="13732890"/>
                  </a:lnTo>
                  <a:lnTo>
                    <a:pt x="0" y="13732890"/>
                  </a:lnTo>
                  <a:lnTo>
                    <a:pt x="4091051" y="0"/>
                  </a:lnTo>
                  <a:close/>
                </a:path>
              </a:pathLst>
            </a:custGeom>
            <a:solidFill>
              <a:srgbClr val="5FCBEF">
                <a:alpha val="12941"/>
              </a:srgbClr>
            </a:solidFill>
          </p:spPr>
        </p:sp>
      </p:grpSp>
      <p:grpSp>
        <p:nvGrpSpPr>
          <p:cNvPr name="Group 6" id="6"/>
          <p:cNvGrpSpPr/>
          <p:nvPr/>
        </p:nvGrpSpPr>
        <p:grpSpPr>
          <a:xfrm rot="0">
            <a:off x="14405162" y="-12697"/>
            <a:ext cx="3882838" cy="10299697"/>
            <a:chOff x="0" y="0"/>
            <a:chExt cx="5177117" cy="13732929"/>
          </a:xfrm>
        </p:grpSpPr>
        <p:sp>
          <p:nvSpPr>
            <p:cNvPr name="Freeform 7" id="7"/>
            <p:cNvSpPr/>
            <p:nvPr/>
          </p:nvSpPr>
          <p:spPr>
            <a:xfrm flipH="false" flipV="false" rot="0">
              <a:off x="0" y="0"/>
              <a:ext cx="5177155" cy="13732890"/>
            </a:xfrm>
            <a:custGeom>
              <a:avLst/>
              <a:gdLst/>
              <a:ahLst/>
              <a:cxnLst/>
              <a:rect r="r" b="b" t="t" l="l"/>
              <a:pathLst>
                <a:path h="13732890" w="5177155">
                  <a:moveTo>
                    <a:pt x="0" y="0"/>
                  </a:moveTo>
                  <a:lnTo>
                    <a:pt x="5177155" y="0"/>
                  </a:lnTo>
                  <a:lnTo>
                    <a:pt x="5177155" y="13732890"/>
                  </a:lnTo>
                  <a:lnTo>
                    <a:pt x="2418969" y="13732890"/>
                  </a:lnTo>
                  <a:lnTo>
                    <a:pt x="0" y="0"/>
                  </a:lnTo>
                  <a:close/>
                </a:path>
              </a:pathLst>
            </a:custGeom>
            <a:solidFill>
              <a:srgbClr val="5FCBEF">
                <a:alpha val="3922"/>
              </a:srgbClr>
            </a:solidFill>
          </p:spPr>
        </p:sp>
      </p:grpSp>
      <p:grpSp>
        <p:nvGrpSpPr>
          <p:cNvPr name="Group 8" id="8"/>
          <p:cNvGrpSpPr/>
          <p:nvPr/>
        </p:nvGrpSpPr>
        <p:grpSpPr>
          <a:xfrm rot="0">
            <a:off x="13398503" y="4572000"/>
            <a:ext cx="4889497" cy="5715000"/>
            <a:chOff x="0" y="0"/>
            <a:chExt cx="6519329" cy="7620000"/>
          </a:xfrm>
        </p:grpSpPr>
        <p:sp>
          <p:nvSpPr>
            <p:cNvPr name="Freeform 9" id="9"/>
            <p:cNvSpPr/>
            <p:nvPr/>
          </p:nvSpPr>
          <p:spPr>
            <a:xfrm flipH="false" flipV="false" rot="0">
              <a:off x="0" y="0"/>
              <a:ext cx="6519291" cy="7620000"/>
            </a:xfrm>
            <a:custGeom>
              <a:avLst/>
              <a:gdLst/>
              <a:ahLst/>
              <a:cxnLst/>
              <a:rect r="r" b="b" t="t" l="l"/>
              <a:pathLst>
                <a:path h="7620000" w="6519291">
                  <a:moveTo>
                    <a:pt x="0" y="7620000"/>
                  </a:moveTo>
                  <a:lnTo>
                    <a:pt x="6519291" y="0"/>
                  </a:lnTo>
                  <a:lnTo>
                    <a:pt x="6519291" y="7620000"/>
                  </a:lnTo>
                  <a:close/>
                </a:path>
              </a:pathLst>
            </a:custGeom>
            <a:solidFill>
              <a:srgbClr val="17B0E4">
                <a:alpha val="43529"/>
              </a:srgbClr>
            </a:solidFill>
          </p:spPr>
        </p:sp>
      </p:grpSp>
      <p:grpSp>
        <p:nvGrpSpPr>
          <p:cNvPr name="Group 10" id="10"/>
          <p:cNvGrpSpPr/>
          <p:nvPr/>
        </p:nvGrpSpPr>
        <p:grpSpPr>
          <a:xfrm rot="0">
            <a:off x="14001750" y="-12697"/>
            <a:ext cx="4281488" cy="10299697"/>
            <a:chOff x="0" y="0"/>
            <a:chExt cx="5708650" cy="13732929"/>
          </a:xfrm>
        </p:grpSpPr>
        <p:sp>
          <p:nvSpPr>
            <p:cNvPr name="Freeform 11" id="11"/>
            <p:cNvSpPr/>
            <p:nvPr/>
          </p:nvSpPr>
          <p:spPr>
            <a:xfrm flipH="false" flipV="false" rot="0">
              <a:off x="0" y="0"/>
              <a:ext cx="5708650" cy="13732890"/>
            </a:xfrm>
            <a:custGeom>
              <a:avLst/>
              <a:gdLst/>
              <a:ahLst/>
              <a:cxnLst/>
              <a:rect r="r" b="b" t="t" l="l"/>
              <a:pathLst>
                <a:path h="13732890" w="5708650">
                  <a:moveTo>
                    <a:pt x="0" y="0"/>
                  </a:moveTo>
                  <a:lnTo>
                    <a:pt x="5708650" y="0"/>
                  </a:lnTo>
                  <a:lnTo>
                    <a:pt x="5708650" y="13732890"/>
                  </a:lnTo>
                  <a:lnTo>
                    <a:pt x="4941443" y="13732890"/>
                  </a:lnTo>
                  <a:lnTo>
                    <a:pt x="0" y="0"/>
                  </a:lnTo>
                  <a:close/>
                </a:path>
              </a:pathLst>
            </a:custGeom>
            <a:solidFill>
              <a:srgbClr val="17B0E4">
                <a:alpha val="24706"/>
              </a:srgbClr>
            </a:solidFill>
          </p:spPr>
        </p:sp>
      </p:grpSp>
      <p:grpSp>
        <p:nvGrpSpPr>
          <p:cNvPr name="Group 12" id="12"/>
          <p:cNvGrpSpPr/>
          <p:nvPr/>
        </p:nvGrpSpPr>
        <p:grpSpPr>
          <a:xfrm rot="0">
            <a:off x="16348091" y="-12697"/>
            <a:ext cx="1935137" cy="10299697"/>
            <a:chOff x="0" y="0"/>
            <a:chExt cx="2580183" cy="13732929"/>
          </a:xfrm>
        </p:grpSpPr>
        <p:sp>
          <p:nvSpPr>
            <p:cNvPr name="Freeform 13" id="13"/>
            <p:cNvSpPr/>
            <p:nvPr/>
          </p:nvSpPr>
          <p:spPr>
            <a:xfrm flipH="false" flipV="false" rot="0">
              <a:off x="0" y="0"/>
              <a:ext cx="2580259" cy="13732890"/>
            </a:xfrm>
            <a:custGeom>
              <a:avLst/>
              <a:gdLst/>
              <a:ahLst/>
              <a:cxnLst/>
              <a:rect r="r" b="b" t="t" l="l"/>
              <a:pathLst>
                <a:path h="13732890" w="2580259">
                  <a:moveTo>
                    <a:pt x="2039493" y="0"/>
                  </a:moveTo>
                  <a:lnTo>
                    <a:pt x="2580259" y="0"/>
                  </a:lnTo>
                  <a:lnTo>
                    <a:pt x="2580259" y="13732890"/>
                  </a:lnTo>
                  <a:lnTo>
                    <a:pt x="0" y="13732890"/>
                  </a:lnTo>
                  <a:lnTo>
                    <a:pt x="2039493" y="0"/>
                  </a:lnTo>
                  <a:close/>
                </a:path>
              </a:pathLst>
            </a:custGeom>
            <a:solidFill>
              <a:srgbClr val="2E83C3">
                <a:alpha val="48627"/>
              </a:srgbClr>
            </a:solidFill>
          </p:spPr>
        </p:sp>
      </p:grpSp>
      <p:grpSp>
        <p:nvGrpSpPr>
          <p:cNvPr name="Group 14" id="14"/>
          <p:cNvGrpSpPr/>
          <p:nvPr/>
        </p:nvGrpSpPr>
        <p:grpSpPr>
          <a:xfrm rot="0">
            <a:off x="16408498" y="-12697"/>
            <a:ext cx="1874739" cy="10299697"/>
            <a:chOff x="0" y="0"/>
            <a:chExt cx="2499652" cy="13732929"/>
          </a:xfrm>
        </p:grpSpPr>
        <p:sp>
          <p:nvSpPr>
            <p:cNvPr name="Freeform 15" id="15"/>
            <p:cNvSpPr/>
            <p:nvPr/>
          </p:nvSpPr>
          <p:spPr>
            <a:xfrm flipH="false" flipV="false" rot="0">
              <a:off x="0" y="0"/>
              <a:ext cx="2499614" cy="13732890"/>
            </a:xfrm>
            <a:custGeom>
              <a:avLst/>
              <a:gdLst/>
              <a:ahLst/>
              <a:cxnLst/>
              <a:rect r="r" b="b" t="t" l="l"/>
              <a:pathLst>
                <a:path h="13732890" w="2499614">
                  <a:moveTo>
                    <a:pt x="0" y="0"/>
                  </a:moveTo>
                  <a:lnTo>
                    <a:pt x="2499614" y="0"/>
                  </a:lnTo>
                  <a:lnTo>
                    <a:pt x="2499614" y="13732890"/>
                  </a:lnTo>
                  <a:lnTo>
                    <a:pt x="2218817" y="13732890"/>
                  </a:lnTo>
                  <a:lnTo>
                    <a:pt x="0" y="0"/>
                  </a:lnTo>
                  <a:close/>
                </a:path>
              </a:pathLst>
            </a:custGeom>
            <a:solidFill>
              <a:srgbClr val="236292">
                <a:alpha val="63922"/>
              </a:srgbClr>
            </a:solidFill>
          </p:spPr>
        </p:sp>
      </p:grpSp>
      <p:grpSp>
        <p:nvGrpSpPr>
          <p:cNvPr name="Group 16" id="16"/>
          <p:cNvGrpSpPr/>
          <p:nvPr/>
        </p:nvGrpSpPr>
        <p:grpSpPr>
          <a:xfrm rot="0">
            <a:off x="15557497" y="5384797"/>
            <a:ext cx="2725741" cy="4902203"/>
            <a:chOff x="0" y="0"/>
            <a:chExt cx="3634321" cy="6536271"/>
          </a:xfrm>
        </p:grpSpPr>
        <p:sp>
          <p:nvSpPr>
            <p:cNvPr name="Freeform 17" id="17"/>
            <p:cNvSpPr/>
            <p:nvPr/>
          </p:nvSpPr>
          <p:spPr>
            <a:xfrm flipH="false" flipV="false" rot="0">
              <a:off x="0" y="0"/>
              <a:ext cx="3634359" cy="6536309"/>
            </a:xfrm>
            <a:custGeom>
              <a:avLst/>
              <a:gdLst/>
              <a:ahLst/>
              <a:cxnLst/>
              <a:rect r="r" b="b" t="t" l="l"/>
              <a:pathLst>
                <a:path h="6536309" w="3634359">
                  <a:moveTo>
                    <a:pt x="0" y="6536309"/>
                  </a:moveTo>
                  <a:lnTo>
                    <a:pt x="3634359" y="0"/>
                  </a:lnTo>
                  <a:lnTo>
                    <a:pt x="3634359" y="6536309"/>
                  </a:lnTo>
                  <a:close/>
                </a:path>
              </a:pathLst>
            </a:custGeom>
            <a:solidFill>
              <a:srgbClr val="17B0E4">
                <a:alpha val="43529"/>
              </a:srgbClr>
            </a:solidFill>
          </p:spPr>
        </p:sp>
      </p:grpSp>
      <p:grpSp>
        <p:nvGrpSpPr>
          <p:cNvPr name="Group 18" id="18"/>
          <p:cNvGrpSpPr/>
          <p:nvPr/>
        </p:nvGrpSpPr>
        <p:grpSpPr>
          <a:xfrm rot="0">
            <a:off x="0" y="6019800"/>
            <a:ext cx="673103" cy="4267200"/>
            <a:chOff x="0" y="0"/>
            <a:chExt cx="897471" cy="5689600"/>
          </a:xfrm>
        </p:grpSpPr>
        <p:sp>
          <p:nvSpPr>
            <p:cNvPr name="Freeform 19" id="19"/>
            <p:cNvSpPr/>
            <p:nvPr/>
          </p:nvSpPr>
          <p:spPr>
            <a:xfrm flipH="false" flipV="false" rot="0">
              <a:off x="0" y="0"/>
              <a:ext cx="897509" cy="5689600"/>
            </a:xfrm>
            <a:custGeom>
              <a:avLst/>
              <a:gdLst/>
              <a:ahLst/>
              <a:cxnLst/>
              <a:rect r="r" b="b" t="t" l="l"/>
              <a:pathLst>
                <a:path h="5689600" w="897509">
                  <a:moveTo>
                    <a:pt x="0" y="5689600"/>
                  </a:moveTo>
                  <a:lnTo>
                    <a:pt x="0" y="0"/>
                  </a:lnTo>
                  <a:lnTo>
                    <a:pt x="897509" y="5689600"/>
                  </a:lnTo>
                  <a:close/>
                </a:path>
              </a:pathLst>
            </a:custGeom>
            <a:solidFill>
              <a:srgbClr val="5FCBEF">
                <a:alpha val="48627"/>
              </a:srgbClr>
            </a:solidFill>
          </p:spPr>
        </p:sp>
      </p:grpSp>
      <p:grpSp>
        <p:nvGrpSpPr>
          <p:cNvPr name="Group 20" id="20"/>
          <p:cNvGrpSpPr/>
          <p:nvPr/>
        </p:nvGrpSpPr>
        <p:grpSpPr>
          <a:xfrm rot="0">
            <a:off x="990590" y="9568358"/>
            <a:ext cx="4114800" cy="547688"/>
            <a:chOff x="0" y="0"/>
            <a:chExt cx="5486400" cy="730250"/>
          </a:xfrm>
        </p:grpSpPr>
        <p:sp>
          <p:nvSpPr>
            <p:cNvPr name="Freeform 21" id="21"/>
            <p:cNvSpPr/>
            <p:nvPr/>
          </p:nvSpPr>
          <p:spPr>
            <a:xfrm flipH="false" flipV="false" rot="0">
              <a:off x="0" y="0"/>
              <a:ext cx="5486400" cy="730250"/>
            </a:xfrm>
            <a:custGeom>
              <a:avLst/>
              <a:gdLst/>
              <a:ahLst/>
              <a:cxnLst/>
              <a:rect r="r" b="b" t="t" l="l"/>
              <a:pathLst>
                <a:path h="730250" w="5486400">
                  <a:moveTo>
                    <a:pt x="0" y="0"/>
                  </a:moveTo>
                  <a:lnTo>
                    <a:pt x="5486400" y="0"/>
                  </a:lnTo>
                  <a:lnTo>
                    <a:pt x="5486400" y="730250"/>
                  </a:lnTo>
                  <a:lnTo>
                    <a:pt x="0" y="730250"/>
                  </a:lnTo>
                  <a:close/>
                </a:path>
              </a:pathLst>
            </a:custGeom>
            <a:blipFill>
              <a:blip r:embed="rId2">
                <a:alphaModFix amt="0"/>
              </a:blip>
              <a:stretch>
                <a:fillRect l="0" t="-96391" r="0" b="-96391"/>
              </a:stretch>
            </a:blipFill>
          </p:spPr>
        </p:sp>
        <p:sp>
          <p:nvSpPr>
            <p:cNvPr name="TextBox 22" id="22"/>
            <p:cNvSpPr txBox="true"/>
            <p:nvPr/>
          </p:nvSpPr>
          <p:spPr>
            <a:xfrm>
              <a:off x="0" y="-9525"/>
              <a:ext cx="5486400" cy="739775"/>
            </a:xfrm>
            <a:prstGeom prst="rect">
              <a:avLst/>
            </a:prstGeom>
          </p:spPr>
          <p:txBody>
            <a:bodyPr anchor="ctr" rtlCol="false" tIns="0" lIns="0" bIns="0" rIns="0"/>
            <a:lstStyle/>
            <a:p>
              <a:pPr algn="l">
                <a:lnSpc>
                  <a:spcPts val="1980"/>
                </a:lnSpc>
              </a:pPr>
              <a:r>
                <a:rPr lang="en-US" sz="1650">
                  <a:solidFill>
                    <a:srgbClr val="2E83C3"/>
                  </a:solidFill>
                  <a:latin typeface="Trebuchet MS"/>
                  <a:ea typeface="Trebuchet MS"/>
                  <a:cs typeface="Trebuchet MS"/>
                  <a:sym typeface="Trebuchet MS"/>
                </a:rPr>
                <a:t>9/8/2026</a:t>
              </a:r>
            </a:p>
          </p:txBody>
        </p:sp>
      </p:grpSp>
      <p:grpSp>
        <p:nvGrpSpPr>
          <p:cNvPr name="Group 23" id="23"/>
          <p:cNvGrpSpPr/>
          <p:nvPr/>
        </p:nvGrpSpPr>
        <p:grpSpPr>
          <a:xfrm rot="0">
            <a:off x="2168290" y="9568358"/>
            <a:ext cx="6172200" cy="547688"/>
            <a:chOff x="0" y="0"/>
            <a:chExt cx="8229600" cy="730250"/>
          </a:xfrm>
        </p:grpSpPr>
        <p:sp>
          <p:nvSpPr>
            <p:cNvPr name="Freeform 24" id="24"/>
            <p:cNvSpPr/>
            <p:nvPr/>
          </p:nvSpPr>
          <p:spPr>
            <a:xfrm flipH="false" flipV="false" rot="0">
              <a:off x="0" y="0"/>
              <a:ext cx="8229600" cy="730250"/>
            </a:xfrm>
            <a:custGeom>
              <a:avLst/>
              <a:gdLst/>
              <a:ahLst/>
              <a:cxnLst/>
              <a:rect r="r" b="b" t="t" l="l"/>
              <a:pathLst>
                <a:path h="730250" w="8229600">
                  <a:moveTo>
                    <a:pt x="0" y="0"/>
                  </a:moveTo>
                  <a:lnTo>
                    <a:pt x="8229600" y="0"/>
                  </a:lnTo>
                  <a:lnTo>
                    <a:pt x="8229600" y="730250"/>
                  </a:lnTo>
                  <a:lnTo>
                    <a:pt x="0" y="730250"/>
                  </a:lnTo>
                  <a:close/>
                </a:path>
              </a:pathLst>
            </a:custGeom>
            <a:blipFill>
              <a:blip r:embed="rId2">
                <a:alphaModFix amt="0"/>
              </a:blip>
              <a:stretch>
                <a:fillRect l="0" t="-169587" r="0" b="-169587"/>
              </a:stretch>
            </a:blipFill>
          </p:spPr>
        </p:sp>
        <p:sp>
          <p:nvSpPr>
            <p:cNvPr name="TextBox 25" id="25"/>
            <p:cNvSpPr txBox="true"/>
            <p:nvPr/>
          </p:nvSpPr>
          <p:spPr>
            <a:xfrm>
              <a:off x="0" y="-9525"/>
              <a:ext cx="8229600" cy="739775"/>
            </a:xfrm>
            <a:prstGeom prst="rect">
              <a:avLst/>
            </a:prstGeom>
          </p:spPr>
          <p:txBody>
            <a:bodyPr anchor="ctr" rtlCol="false" tIns="0" lIns="0" bIns="0" rIns="0"/>
            <a:lstStyle/>
            <a:p>
              <a:pPr algn="l">
                <a:lnSpc>
                  <a:spcPts val="1980"/>
                </a:lnSpc>
              </a:pPr>
              <a:r>
                <a:rPr lang="en-US" sz="1650" b="true">
                  <a:solidFill>
                    <a:srgbClr val="2E83C3"/>
                  </a:solidFill>
                  <a:latin typeface="Trebuchet MS Bold"/>
                  <a:ea typeface="Trebuchet MS Bold"/>
                  <a:cs typeface="Trebuchet MS Bold"/>
                  <a:sym typeface="Trebuchet MS Bold"/>
                </a:rPr>
                <a:t>Annual Review</a:t>
              </a:r>
            </a:p>
          </p:txBody>
        </p:sp>
      </p:grpSp>
      <p:grpSp>
        <p:nvGrpSpPr>
          <p:cNvPr name="Group 26" id="26"/>
          <p:cNvGrpSpPr/>
          <p:nvPr/>
        </p:nvGrpSpPr>
        <p:grpSpPr>
          <a:xfrm rot="0">
            <a:off x="13208003" y="9568358"/>
            <a:ext cx="4114800" cy="547688"/>
            <a:chOff x="0" y="0"/>
            <a:chExt cx="5486400" cy="730250"/>
          </a:xfrm>
        </p:grpSpPr>
        <p:sp>
          <p:nvSpPr>
            <p:cNvPr name="Freeform 27" id="27"/>
            <p:cNvSpPr/>
            <p:nvPr/>
          </p:nvSpPr>
          <p:spPr>
            <a:xfrm flipH="false" flipV="false" rot="0">
              <a:off x="0" y="0"/>
              <a:ext cx="5486400" cy="730250"/>
            </a:xfrm>
            <a:custGeom>
              <a:avLst/>
              <a:gdLst/>
              <a:ahLst/>
              <a:cxnLst/>
              <a:rect r="r" b="b" t="t" l="l"/>
              <a:pathLst>
                <a:path h="730250" w="5486400">
                  <a:moveTo>
                    <a:pt x="0" y="0"/>
                  </a:moveTo>
                  <a:lnTo>
                    <a:pt x="5486400" y="0"/>
                  </a:lnTo>
                  <a:lnTo>
                    <a:pt x="5486400" y="730250"/>
                  </a:lnTo>
                  <a:lnTo>
                    <a:pt x="0" y="730250"/>
                  </a:lnTo>
                  <a:close/>
                </a:path>
              </a:pathLst>
            </a:custGeom>
            <a:blipFill>
              <a:blip r:embed="rId2">
                <a:alphaModFix amt="0"/>
              </a:blip>
              <a:stretch>
                <a:fillRect l="0" t="-96391" r="0" b="-96391"/>
              </a:stretch>
            </a:blipFill>
          </p:spPr>
        </p:sp>
        <p:sp>
          <p:nvSpPr>
            <p:cNvPr name="TextBox 28" id="28"/>
            <p:cNvSpPr txBox="true"/>
            <p:nvPr/>
          </p:nvSpPr>
          <p:spPr>
            <a:xfrm>
              <a:off x="0" y="-9525"/>
              <a:ext cx="5486400" cy="739775"/>
            </a:xfrm>
            <a:prstGeom prst="rect">
              <a:avLst/>
            </a:prstGeom>
          </p:spPr>
          <p:txBody>
            <a:bodyPr anchor="ctr" rtlCol="false" tIns="0" lIns="0" bIns="0" rIns="0"/>
            <a:lstStyle/>
            <a:p>
              <a:pPr algn="r">
                <a:lnSpc>
                  <a:spcPts val="1980"/>
                </a:lnSpc>
              </a:pPr>
              <a:r>
                <a:rPr lang="en-US" sz="1650">
                  <a:solidFill>
                    <a:srgbClr val="2E946B"/>
                  </a:solidFill>
                  <a:latin typeface="Trebuchet MS"/>
                  <a:ea typeface="Trebuchet MS"/>
                  <a:cs typeface="Trebuchet MS"/>
                  <a:sym typeface="Trebuchet MS"/>
                </a:rPr>
                <a:t>‹#›</a:t>
              </a:r>
            </a:p>
          </p:txBody>
        </p:sp>
      </p:grpSp>
      <p:grpSp>
        <p:nvGrpSpPr>
          <p:cNvPr name="Group 29" id="29"/>
          <p:cNvGrpSpPr/>
          <p:nvPr/>
        </p:nvGrpSpPr>
        <p:grpSpPr>
          <a:xfrm rot="0">
            <a:off x="820007" y="5201336"/>
            <a:ext cx="687400" cy="592588"/>
            <a:chOff x="0" y="0"/>
            <a:chExt cx="916534" cy="790118"/>
          </a:xfrm>
        </p:grpSpPr>
        <p:sp>
          <p:nvSpPr>
            <p:cNvPr name="Freeform 30" id="30"/>
            <p:cNvSpPr/>
            <p:nvPr/>
          </p:nvSpPr>
          <p:spPr>
            <a:xfrm flipH="false" flipV="false" rot="0">
              <a:off x="0" y="0"/>
              <a:ext cx="916559" cy="790067"/>
            </a:xfrm>
            <a:custGeom>
              <a:avLst/>
              <a:gdLst/>
              <a:ahLst/>
              <a:cxnLst/>
              <a:rect r="r" b="b" t="t" l="l"/>
              <a:pathLst>
                <a:path h="790067" w="916559">
                  <a:moveTo>
                    <a:pt x="0" y="395097"/>
                  </a:moveTo>
                  <a:lnTo>
                    <a:pt x="197485" y="0"/>
                  </a:lnTo>
                  <a:lnTo>
                    <a:pt x="718947" y="0"/>
                  </a:lnTo>
                  <a:lnTo>
                    <a:pt x="916559" y="395097"/>
                  </a:lnTo>
                  <a:lnTo>
                    <a:pt x="718947" y="790067"/>
                  </a:lnTo>
                  <a:lnTo>
                    <a:pt x="197485" y="790067"/>
                  </a:lnTo>
                  <a:close/>
                </a:path>
              </a:pathLst>
            </a:custGeom>
            <a:solidFill>
              <a:srgbClr val="5FCBEF"/>
            </a:solidFill>
          </p:spPr>
        </p:sp>
      </p:grpSp>
      <p:grpSp>
        <p:nvGrpSpPr>
          <p:cNvPr name="Group 31" id="31"/>
          <p:cNvGrpSpPr/>
          <p:nvPr/>
        </p:nvGrpSpPr>
        <p:grpSpPr>
          <a:xfrm rot="0">
            <a:off x="16670007" y="3592087"/>
            <a:ext cx="537591" cy="463439"/>
            <a:chOff x="0" y="0"/>
            <a:chExt cx="716788" cy="617918"/>
          </a:xfrm>
        </p:grpSpPr>
        <p:sp>
          <p:nvSpPr>
            <p:cNvPr name="Freeform 32" id="32"/>
            <p:cNvSpPr/>
            <p:nvPr/>
          </p:nvSpPr>
          <p:spPr>
            <a:xfrm flipH="false" flipV="false" rot="0">
              <a:off x="0" y="0"/>
              <a:ext cx="716788" cy="617855"/>
            </a:xfrm>
            <a:custGeom>
              <a:avLst/>
              <a:gdLst/>
              <a:ahLst/>
              <a:cxnLst/>
              <a:rect r="r" b="b" t="t" l="l"/>
              <a:pathLst>
                <a:path h="617855" w="716788">
                  <a:moveTo>
                    <a:pt x="0" y="308991"/>
                  </a:moveTo>
                  <a:lnTo>
                    <a:pt x="154432" y="0"/>
                  </a:lnTo>
                  <a:lnTo>
                    <a:pt x="562356" y="0"/>
                  </a:lnTo>
                  <a:lnTo>
                    <a:pt x="716788" y="308991"/>
                  </a:lnTo>
                  <a:lnTo>
                    <a:pt x="562356" y="617855"/>
                  </a:lnTo>
                  <a:lnTo>
                    <a:pt x="154432" y="617855"/>
                  </a:lnTo>
                  <a:close/>
                </a:path>
              </a:pathLst>
            </a:custGeom>
            <a:solidFill>
              <a:srgbClr val="2E83C3"/>
            </a:solidFill>
          </p:spPr>
        </p:sp>
      </p:grpSp>
      <p:grpSp>
        <p:nvGrpSpPr>
          <p:cNvPr name="Group 33" id="33"/>
          <p:cNvGrpSpPr/>
          <p:nvPr/>
        </p:nvGrpSpPr>
        <p:grpSpPr>
          <a:xfrm rot="0">
            <a:off x="16323974" y="3303299"/>
            <a:ext cx="346034" cy="298304"/>
            <a:chOff x="0" y="0"/>
            <a:chExt cx="461378" cy="397739"/>
          </a:xfrm>
        </p:grpSpPr>
        <p:sp>
          <p:nvSpPr>
            <p:cNvPr name="Freeform 34" id="34"/>
            <p:cNvSpPr/>
            <p:nvPr/>
          </p:nvSpPr>
          <p:spPr>
            <a:xfrm flipH="false" flipV="false" rot="0">
              <a:off x="0" y="0"/>
              <a:ext cx="461391" cy="397764"/>
            </a:xfrm>
            <a:custGeom>
              <a:avLst/>
              <a:gdLst/>
              <a:ahLst/>
              <a:cxnLst/>
              <a:rect r="r" b="b" t="t" l="l"/>
              <a:pathLst>
                <a:path h="397764" w="461391">
                  <a:moveTo>
                    <a:pt x="0" y="198882"/>
                  </a:moveTo>
                  <a:lnTo>
                    <a:pt x="99441" y="0"/>
                  </a:lnTo>
                  <a:lnTo>
                    <a:pt x="361950" y="0"/>
                  </a:lnTo>
                  <a:lnTo>
                    <a:pt x="461391" y="198882"/>
                  </a:lnTo>
                  <a:lnTo>
                    <a:pt x="361950" y="397764"/>
                  </a:lnTo>
                  <a:lnTo>
                    <a:pt x="99441" y="397764"/>
                  </a:lnTo>
                  <a:close/>
                </a:path>
              </a:pathLst>
            </a:custGeom>
            <a:solidFill>
              <a:srgbClr val="EBEBEB"/>
            </a:solidFill>
          </p:spPr>
        </p:sp>
      </p:grpSp>
      <p:grpSp>
        <p:nvGrpSpPr>
          <p:cNvPr name="Group 35" id="35"/>
          <p:cNvGrpSpPr/>
          <p:nvPr/>
        </p:nvGrpSpPr>
        <p:grpSpPr>
          <a:xfrm rot="0">
            <a:off x="-1308430" y="1136075"/>
            <a:ext cx="17010002" cy="1050169"/>
            <a:chOff x="0" y="0"/>
            <a:chExt cx="22680003" cy="1400226"/>
          </a:xfrm>
        </p:grpSpPr>
        <p:sp>
          <p:nvSpPr>
            <p:cNvPr name="Freeform 36" id="36"/>
            <p:cNvSpPr/>
            <p:nvPr/>
          </p:nvSpPr>
          <p:spPr>
            <a:xfrm flipH="false" flipV="false" rot="0">
              <a:off x="0" y="0"/>
              <a:ext cx="22680000" cy="1400228"/>
            </a:xfrm>
            <a:custGeom>
              <a:avLst/>
              <a:gdLst/>
              <a:ahLst/>
              <a:cxnLst/>
              <a:rect r="r" b="b" t="t" l="l"/>
              <a:pathLst>
                <a:path h="1400228" w="22680000">
                  <a:moveTo>
                    <a:pt x="0" y="0"/>
                  </a:moveTo>
                  <a:lnTo>
                    <a:pt x="22680000" y="0"/>
                  </a:lnTo>
                  <a:lnTo>
                    <a:pt x="22680000" y="1400228"/>
                  </a:lnTo>
                  <a:lnTo>
                    <a:pt x="0" y="1400228"/>
                  </a:lnTo>
                  <a:close/>
                </a:path>
              </a:pathLst>
            </a:custGeom>
            <a:blipFill>
              <a:blip r:embed="rId2">
                <a:alphaModFix amt="0"/>
              </a:blip>
              <a:stretch>
                <a:fillRect l="0" t="-265606" r="0" b="-265606"/>
              </a:stretch>
            </a:blipFill>
          </p:spPr>
        </p:sp>
        <p:sp>
          <p:nvSpPr>
            <p:cNvPr name="TextBox 37" id="37"/>
            <p:cNvSpPr txBox="true"/>
            <p:nvPr/>
          </p:nvSpPr>
          <p:spPr>
            <a:xfrm>
              <a:off x="0" y="-9525"/>
              <a:ext cx="22680003" cy="1409751"/>
            </a:xfrm>
            <a:prstGeom prst="rect">
              <a:avLst/>
            </a:prstGeom>
          </p:spPr>
          <p:txBody>
            <a:bodyPr anchor="ctr" rtlCol="false" tIns="0" lIns="0" bIns="0" rIns="0"/>
            <a:lstStyle/>
            <a:p>
              <a:pPr algn="ctr">
                <a:lnSpc>
                  <a:spcPts val="7776"/>
                </a:lnSpc>
              </a:pPr>
              <a:r>
                <a:rPr lang="en-US" sz="6480" b="true">
                  <a:solidFill>
                    <a:srgbClr val="000000"/>
                  </a:solidFill>
                  <a:latin typeface="Trebuchet MS Bold"/>
                  <a:ea typeface="Trebuchet MS Bold"/>
                  <a:cs typeface="Trebuchet MS Bold"/>
                  <a:sym typeface="Trebuchet MS Bold"/>
                </a:rPr>
                <a:t>Thank you</a:t>
              </a:r>
            </a:p>
          </p:txBody>
        </p:sp>
      </p:grpSp>
      <p:sp>
        <p:nvSpPr>
          <p:cNvPr name="TextBox 38" id="38"/>
          <p:cNvSpPr txBox="true"/>
          <p:nvPr/>
        </p:nvSpPr>
        <p:spPr>
          <a:xfrm rot="0">
            <a:off x="5683234" y="6999084"/>
            <a:ext cx="3026664" cy="1581036"/>
          </a:xfrm>
          <a:prstGeom prst="rect">
            <a:avLst/>
          </a:prstGeom>
        </p:spPr>
        <p:txBody>
          <a:bodyPr anchor="t" rtlCol="false" tIns="0" lIns="0" bIns="0" rIns="0">
            <a:spAutoFit/>
          </a:bodyPr>
          <a:lstStyle/>
          <a:p>
            <a:pPr algn="ctr">
              <a:lnSpc>
                <a:spcPts val="2879"/>
              </a:lnSpc>
            </a:pPr>
            <a:r>
              <a:rPr lang="en-US" sz="2400">
                <a:solidFill>
                  <a:srgbClr val="000000"/>
                </a:solidFill>
                <a:latin typeface="Trebuchet MS"/>
                <a:ea typeface="Trebuchet MS"/>
                <a:cs typeface="Trebuchet MS"/>
                <a:sym typeface="Trebuchet MS"/>
              </a:rPr>
              <a:t>.</a:t>
            </a:r>
          </a:p>
        </p:txBody>
      </p:sp>
      <p:sp>
        <p:nvSpPr>
          <p:cNvPr name="TextBox 39" id="39"/>
          <p:cNvSpPr txBox="true"/>
          <p:nvPr/>
        </p:nvSpPr>
        <p:spPr>
          <a:xfrm rot="0">
            <a:off x="12978489" y="6999084"/>
            <a:ext cx="3026664" cy="1581036"/>
          </a:xfrm>
          <a:prstGeom prst="rect">
            <a:avLst/>
          </a:prstGeom>
        </p:spPr>
        <p:txBody>
          <a:bodyPr anchor="t" rtlCol="false" tIns="0" lIns="0" bIns="0" rIns="0">
            <a:spAutoFit/>
          </a:bodyPr>
          <a:lstStyle/>
          <a:p>
            <a:pPr algn="ctr">
              <a:lnSpc>
                <a:spcPts val="2879"/>
              </a:lnSpc>
            </a:pPr>
            <a:r>
              <a:rPr lang="en-US" sz="2400">
                <a:solidFill>
                  <a:srgbClr val="000000"/>
                </a:solidFill>
                <a:latin typeface="Trebuchet MS"/>
                <a:ea typeface="Trebuchet MS"/>
                <a:cs typeface="Trebuchet MS"/>
                <a:sym typeface="Trebuchet MS"/>
              </a:rPr>
              <a:t>.</a:t>
            </a:r>
          </a:p>
        </p:txBody>
      </p:sp>
      <p:grpSp>
        <p:nvGrpSpPr>
          <p:cNvPr name="Group 40" id="40"/>
          <p:cNvGrpSpPr/>
          <p:nvPr/>
        </p:nvGrpSpPr>
        <p:grpSpPr>
          <a:xfrm rot="0">
            <a:off x="1013936" y="9707880"/>
            <a:ext cx="3214688" cy="289560"/>
            <a:chOff x="0" y="0"/>
            <a:chExt cx="4286250" cy="386080"/>
          </a:xfrm>
        </p:grpSpPr>
        <p:sp>
          <p:nvSpPr>
            <p:cNvPr name="Freeform 41" id="41"/>
            <p:cNvSpPr/>
            <p:nvPr/>
          </p:nvSpPr>
          <p:spPr>
            <a:xfrm flipH="false" flipV="false" rot="0">
              <a:off x="0" y="0"/>
              <a:ext cx="4286250" cy="386080"/>
            </a:xfrm>
            <a:custGeom>
              <a:avLst/>
              <a:gdLst/>
              <a:ahLst/>
              <a:cxnLst/>
              <a:rect r="r" b="b" t="t" l="l"/>
              <a:pathLst>
                <a:path h="386080" w="4286250">
                  <a:moveTo>
                    <a:pt x="0" y="0"/>
                  </a:moveTo>
                  <a:lnTo>
                    <a:pt x="4286250" y="0"/>
                  </a:lnTo>
                  <a:lnTo>
                    <a:pt x="4286250" y="386080"/>
                  </a:lnTo>
                  <a:lnTo>
                    <a:pt x="0" y="386080"/>
                  </a:lnTo>
                  <a:lnTo>
                    <a:pt x="0" y="0"/>
                  </a:lnTo>
                  <a:close/>
                </a:path>
              </a:pathLst>
            </a:custGeom>
            <a:blipFill>
              <a:blip r:embed="rId3"/>
              <a:stretch>
                <a:fillRect l="0" t="-2518486" r="-135857" b="0"/>
              </a:stretch>
            </a:blipFill>
          </p:spPr>
        </p:sp>
      </p:grpSp>
      <p:sp>
        <p:nvSpPr>
          <p:cNvPr name="TextBox 42" id="42"/>
          <p:cNvSpPr txBox="true"/>
          <p:nvPr/>
        </p:nvSpPr>
        <p:spPr>
          <a:xfrm rot="0">
            <a:off x="3637750" y="3365935"/>
            <a:ext cx="10456193" cy="2876550"/>
          </a:xfrm>
          <a:prstGeom prst="rect">
            <a:avLst/>
          </a:prstGeom>
        </p:spPr>
        <p:txBody>
          <a:bodyPr anchor="t" rtlCol="false" tIns="0" lIns="0" bIns="0" rIns="0">
            <a:spAutoFit/>
          </a:bodyPr>
          <a:lstStyle/>
          <a:p>
            <a:pPr algn="l" marL="488632" indent="-244316" lvl="1">
              <a:lnSpc>
                <a:spcPts val="3240"/>
              </a:lnSpc>
              <a:buFont typeface="Arial"/>
              <a:buChar char="•"/>
            </a:pPr>
            <a:r>
              <a:rPr lang="en-US" b="true" sz="2700">
                <a:solidFill>
                  <a:srgbClr val="000000"/>
                </a:solidFill>
                <a:latin typeface="Trebuchet MS Bold"/>
                <a:ea typeface="Trebuchet MS Bold"/>
                <a:cs typeface="Trebuchet MS Bold"/>
                <a:sym typeface="Trebuchet MS Bold"/>
              </a:rPr>
              <a:t>Seasonal Agriculture Performance Analysis</a:t>
            </a:r>
          </a:p>
          <a:p>
            <a:pPr algn="l" marL="488632" indent="-244316" lvl="1">
              <a:lnSpc>
                <a:spcPts val="3240"/>
              </a:lnSpc>
              <a:buFont typeface="Arial"/>
              <a:buChar char="•"/>
            </a:pPr>
            <a:r>
              <a:rPr lang="en-US" b="true" sz="2700" i="true">
                <a:solidFill>
                  <a:srgbClr val="000000"/>
                </a:solidFill>
                <a:latin typeface="Trebuchet MS Bold Italics"/>
                <a:ea typeface="Trebuchet MS Bold Italics"/>
                <a:cs typeface="Trebuchet MS Bold Italics"/>
                <a:sym typeface="Trebuchet MS Bold Italics"/>
              </a:rPr>
              <a:t>Understanding seasonal patterns, agricultural performance,</a:t>
            </a:r>
          </a:p>
          <a:p>
            <a:pPr algn="l" marL="488632" indent="-244316" lvl="1">
              <a:lnSpc>
                <a:spcPts val="3240"/>
              </a:lnSpc>
            </a:pPr>
            <a:r>
              <a:rPr lang="en-US" b="true" sz="2700" i="true">
                <a:solidFill>
                  <a:srgbClr val="000000"/>
                </a:solidFill>
                <a:latin typeface="Trebuchet MS Bold Italics"/>
                <a:ea typeface="Trebuchet MS Bold Italics"/>
                <a:cs typeface="Trebuchet MS Bold Italics"/>
                <a:sym typeface="Trebuchet MS Bold Italics"/>
              </a:rPr>
              <a:t>resource usage and data-driven insights</a:t>
            </a:r>
          </a:p>
          <a:p>
            <a:pPr algn="l" marL="488632" indent="-244316" lvl="1">
              <a:lnSpc>
                <a:spcPts val="3240"/>
              </a:lnSpc>
              <a:buFont typeface="Arial"/>
              <a:buChar char="•"/>
            </a:pPr>
            <a:r>
              <a:rPr lang="en-US" b="true" sz="2700">
                <a:solidFill>
                  <a:srgbClr val="000000"/>
                </a:solidFill>
                <a:latin typeface="Trebuchet MS Bold"/>
                <a:ea typeface="Trebuchet MS Bold"/>
                <a:cs typeface="Trebuchet MS Bold"/>
                <a:sym typeface="Trebuchet MS Bold"/>
              </a:rPr>
              <a:t>Presented by:</a:t>
            </a:r>
          </a:p>
          <a:p>
            <a:pPr algn="l" marL="488632" indent="-244316" lvl="1">
              <a:lnSpc>
                <a:spcPts val="3240"/>
              </a:lnSpc>
            </a:pPr>
            <a:r>
              <a:rPr lang="en-US" b="true" sz="2700">
                <a:solidFill>
                  <a:srgbClr val="000000"/>
                </a:solidFill>
                <a:latin typeface="Trebuchet MS Bold"/>
                <a:ea typeface="Trebuchet MS Bold"/>
                <a:cs typeface="Trebuchet MS Bold"/>
                <a:sym typeface="Trebuchet MS Bold"/>
              </a:rPr>
              <a:t>Rayana Mallikarjuna Durga Sai</a:t>
            </a:r>
          </a:p>
          <a:p>
            <a:pPr algn="l" marL="488632" indent="-244316" lvl="1">
              <a:lnSpc>
                <a:spcPts val="3240"/>
              </a:lnSpc>
            </a:pPr>
            <a:r>
              <a:rPr lang="en-US" b="true" sz="2700">
                <a:solidFill>
                  <a:srgbClr val="000000"/>
                </a:solidFill>
                <a:latin typeface="Trebuchet MS Bold"/>
                <a:ea typeface="Trebuchet MS Bold"/>
                <a:cs typeface="Trebuchet MS Bold"/>
                <a:sym typeface="Trebuchet MS Bold"/>
              </a:rPr>
              <a:t>Raghu Engineering College</a:t>
            </a:r>
          </a:p>
          <a:p>
            <a:pPr algn="l" marL="488632" indent="-244316" lvl="1">
              <a:lnSpc>
                <a:spcPts val="3240"/>
              </a:lnSpc>
            </a:p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DAHUsQHI0AI</dc:identifier>
  <dcterms:modified xsi:type="dcterms:W3CDTF">2011-08-01T06:04:30Z</dcterms:modified>
  <cp:revision>1</cp:revision>
  <dc:title>Seasonal_Agriculture_Performance_Analysis_Major_Project_Presentation.pptx</dc:title>
</cp:coreProperties>
</file>